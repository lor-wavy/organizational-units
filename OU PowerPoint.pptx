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3B63D6-B389-4483-BAE6-F0254C7D73B6}" v="301" dt="2024-02-27T16:40:17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youngwavy" userId="33438cb5ad7eb8d7" providerId="LiveId" clId="{767C372F-C8F1-4FF7-8E31-8845EB11E92A}"/>
    <pc:docChg chg="custSel addSld modSld sldOrd">
      <pc:chgData name="Marcus youngwavy" userId="33438cb5ad7eb8d7" providerId="LiveId" clId="{767C372F-C8F1-4FF7-8E31-8845EB11E92A}" dt="2024-02-25T22:39:42.847" v="1705" actId="20577"/>
      <pc:docMkLst>
        <pc:docMk/>
      </pc:docMkLst>
      <pc:sldChg chg="modSp new mod">
        <pc:chgData name="Marcus youngwavy" userId="33438cb5ad7eb8d7" providerId="LiveId" clId="{767C372F-C8F1-4FF7-8E31-8845EB11E92A}" dt="2024-02-25T22:20:00.078" v="115" actId="20577"/>
        <pc:sldMkLst>
          <pc:docMk/>
          <pc:sldMk cId="9226726" sldId="256"/>
        </pc:sldMkLst>
        <pc:spChg chg="mod">
          <ac:chgData name="Marcus youngwavy" userId="33438cb5ad7eb8d7" providerId="LiveId" clId="{767C372F-C8F1-4FF7-8E31-8845EB11E92A}" dt="2024-02-25T22:19:27.513" v="62" actId="20577"/>
          <ac:spMkLst>
            <pc:docMk/>
            <pc:sldMk cId="9226726" sldId="256"/>
            <ac:spMk id="2" creationId="{34B708A2-01A8-B3CD-5626-B048C5A99E20}"/>
          </ac:spMkLst>
        </pc:spChg>
        <pc:spChg chg="mod">
          <ac:chgData name="Marcus youngwavy" userId="33438cb5ad7eb8d7" providerId="LiveId" clId="{767C372F-C8F1-4FF7-8E31-8845EB11E92A}" dt="2024-02-25T22:20:00.078" v="115" actId="20577"/>
          <ac:spMkLst>
            <pc:docMk/>
            <pc:sldMk cId="9226726" sldId="256"/>
            <ac:spMk id="3" creationId="{D5D27ECD-12D6-0F46-638C-B448EDC73A83}"/>
          </ac:spMkLst>
        </pc:spChg>
      </pc:sldChg>
      <pc:sldChg chg="modSp new mod ord">
        <pc:chgData name="Marcus youngwavy" userId="33438cb5ad7eb8d7" providerId="LiveId" clId="{767C372F-C8F1-4FF7-8E31-8845EB11E92A}" dt="2024-02-25T22:37:47.421" v="1695" actId="20577"/>
        <pc:sldMkLst>
          <pc:docMk/>
          <pc:sldMk cId="419136095" sldId="257"/>
        </pc:sldMkLst>
        <pc:spChg chg="mod">
          <ac:chgData name="Marcus youngwavy" userId="33438cb5ad7eb8d7" providerId="LiveId" clId="{767C372F-C8F1-4FF7-8E31-8845EB11E92A}" dt="2024-02-25T22:20:26.119" v="150" actId="20577"/>
          <ac:spMkLst>
            <pc:docMk/>
            <pc:sldMk cId="419136095" sldId="257"/>
            <ac:spMk id="2" creationId="{867E1569-48C6-6E29-7452-CA8ECC0DA5DF}"/>
          </ac:spMkLst>
        </pc:spChg>
        <pc:spChg chg="mod">
          <ac:chgData name="Marcus youngwavy" userId="33438cb5ad7eb8d7" providerId="LiveId" clId="{767C372F-C8F1-4FF7-8E31-8845EB11E92A}" dt="2024-02-25T22:37:47.421" v="1695" actId="20577"/>
          <ac:spMkLst>
            <pc:docMk/>
            <pc:sldMk cId="419136095" sldId="257"/>
            <ac:spMk id="3" creationId="{39E378EA-6FC1-0A54-A369-0DA727E753C4}"/>
          </ac:spMkLst>
        </pc:spChg>
      </pc:sldChg>
      <pc:sldChg chg="modSp new mod">
        <pc:chgData name="Marcus youngwavy" userId="33438cb5ad7eb8d7" providerId="LiveId" clId="{767C372F-C8F1-4FF7-8E31-8845EB11E92A}" dt="2024-02-25T22:28:26.213" v="814" actId="20577"/>
        <pc:sldMkLst>
          <pc:docMk/>
          <pc:sldMk cId="3713106406" sldId="258"/>
        </pc:sldMkLst>
        <pc:spChg chg="mod">
          <ac:chgData name="Marcus youngwavy" userId="33438cb5ad7eb8d7" providerId="LiveId" clId="{767C372F-C8F1-4FF7-8E31-8845EB11E92A}" dt="2024-02-25T22:20:48.755" v="183" actId="20577"/>
          <ac:spMkLst>
            <pc:docMk/>
            <pc:sldMk cId="3713106406" sldId="258"/>
            <ac:spMk id="2" creationId="{5822EBE9-30BF-02C8-AF2E-A474DA0AF7BE}"/>
          </ac:spMkLst>
        </pc:spChg>
        <pc:spChg chg="mod">
          <ac:chgData name="Marcus youngwavy" userId="33438cb5ad7eb8d7" providerId="LiveId" clId="{767C372F-C8F1-4FF7-8E31-8845EB11E92A}" dt="2024-02-25T22:28:26.213" v="814" actId="20577"/>
          <ac:spMkLst>
            <pc:docMk/>
            <pc:sldMk cId="3713106406" sldId="258"/>
            <ac:spMk id="3" creationId="{C81ED35F-62F5-31A7-DEFD-AC1813642279}"/>
          </ac:spMkLst>
        </pc:spChg>
      </pc:sldChg>
      <pc:sldChg chg="modSp new mod">
        <pc:chgData name="Marcus youngwavy" userId="33438cb5ad7eb8d7" providerId="LiveId" clId="{767C372F-C8F1-4FF7-8E31-8845EB11E92A}" dt="2024-02-25T22:30:46.280" v="962" actId="5793"/>
        <pc:sldMkLst>
          <pc:docMk/>
          <pc:sldMk cId="1923282351" sldId="259"/>
        </pc:sldMkLst>
        <pc:spChg chg="mod">
          <ac:chgData name="Marcus youngwavy" userId="33438cb5ad7eb8d7" providerId="LiveId" clId="{767C372F-C8F1-4FF7-8E31-8845EB11E92A}" dt="2024-02-25T22:21:33.512" v="211" actId="20577"/>
          <ac:spMkLst>
            <pc:docMk/>
            <pc:sldMk cId="1923282351" sldId="259"/>
            <ac:spMk id="2" creationId="{25409DF4-490E-24F1-9390-FEC1E6CC1E14}"/>
          </ac:spMkLst>
        </pc:spChg>
        <pc:spChg chg="mod">
          <ac:chgData name="Marcus youngwavy" userId="33438cb5ad7eb8d7" providerId="LiveId" clId="{767C372F-C8F1-4FF7-8E31-8845EB11E92A}" dt="2024-02-25T22:30:46.280" v="962" actId="5793"/>
          <ac:spMkLst>
            <pc:docMk/>
            <pc:sldMk cId="1923282351" sldId="259"/>
            <ac:spMk id="3" creationId="{A4FBAF66-E7B6-9EF4-07CF-567A80CBB4E2}"/>
          </ac:spMkLst>
        </pc:spChg>
      </pc:sldChg>
      <pc:sldChg chg="modSp new mod">
        <pc:chgData name="Marcus youngwavy" userId="33438cb5ad7eb8d7" providerId="LiveId" clId="{767C372F-C8F1-4FF7-8E31-8845EB11E92A}" dt="2024-02-25T22:39:42.847" v="1705" actId="20577"/>
        <pc:sldMkLst>
          <pc:docMk/>
          <pc:sldMk cId="289621589" sldId="260"/>
        </pc:sldMkLst>
        <pc:spChg chg="mod">
          <ac:chgData name="Marcus youngwavy" userId="33438cb5ad7eb8d7" providerId="LiveId" clId="{767C372F-C8F1-4FF7-8E31-8845EB11E92A}" dt="2024-02-25T22:22:10.650" v="267" actId="20577"/>
          <ac:spMkLst>
            <pc:docMk/>
            <pc:sldMk cId="289621589" sldId="260"/>
            <ac:spMk id="2" creationId="{92F503A0-3200-DE69-0141-B1AEC801A819}"/>
          </ac:spMkLst>
        </pc:spChg>
        <pc:spChg chg="mod">
          <ac:chgData name="Marcus youngwavy" userId="33438cb5ad7eb8d7" providerId="LiveId" clId="{767C372F-C8F1-4FF7-8E31-8845EB11E92A}" dt="2024-02-25T22:39:42.847" v="1705" actId="20577"/>
          <ac:spMkLst>
            <pc:docMk/>
            <pc:sldMk cId="289621589" sldId="260"/>
            <ac:spMk id="3" creationId="{147E455C-D133-F383-3846-1BD0A6C16F63}"/>
          </ac:spMkLst>
        </pc:spChg>
      </pc:sldChg>
      <pc:sldChg chg="modSp new mod">
        <pc:chgData name="Marcus youngwavy" userId="33438cb5ad7eb8d7" providerId="LiveId" clId="{767C372F-C8F1-4FF7-8E31-8845EB11E92A}" dt="2024-02-25T22:34:10.845" v="1377" actId="20577"/>
        <pc:sldMkLst>
          <pc:docMk/>
          <pc:sldMk cId="623398592" sldId="261"/>
        </pc:sldMkLst>
        <pc:spChg chg="mod">
          <ac:chgData name="Marcus youngwavy" userId="33438cb5ad7eb8d7" providerId="LiveId" clId="{767C372F-C8F1-4FF7-8E31-8845EB11E92A}" dt="2024-02-25T22:22:24.894" v="291" actId="20577"/>
          <ac:spMkLst>
            <pc:docMk/>
            <pc:sldMk cId="623398592" sldId="261"/>
            <ac:spMk id="2" creationId="{BEEE693A-CC56-7C88-E3D7-A7E0C1E6B942}"/>
          </ac:spMkLst>
        </pc:spChg>
        <pc:spChg chg="mod">
          <ac:chgData name="Marcus youngwavy" userId="33438cb5ad7eb8d7" providerId="LiveId" clId="{767C372F-C8F1-4FF7-8E31-8845EB11E92A}" dt="2024-02-25T22:34:10.845" v="1377" actId="20577"/>
          <ac:spMkLst>
            <pc:docMk/>
            <pc:sldMk cId="623398592" sldId="261"/>
            <ac:spMk id="3" creationId="{5428EE96-E2BC-5D50-AC4D-20FB179E562F}"/>
          </ac:spMkLst>
        </pc:spChg>
      </pc:sldChg>
      <pc:sldChg chg="modSp new mod">
        <pc:chgData name="Marcus youngwavy" userId="33438cb5ad7eb8d7" providerId="LiveId" clId="{767C372F-C8F1-4FF7-8E31-8845EB11E92A}" dt="2024-02-25T22:35:58.214" v="1623" actId="20577"/>
        <pc:sldMkLst>
          <pc:docMk/>
          <pc:sldMk cId="1963012775" sldId="262"/>
        </pc:sldMkLst>
        <pc:spChg chg="mod">
          <ac:chgData name="Marcus youngwavy" userId="33438cb5ad7eb8d7" providerId="LiveId" clId="{767C372F-C8F1-4FF7-8E31-8845EB11E92A}" dt="2024-02-25T22:22:59.664" v="336" actId="20577"/>
          <ac:spMkLst>
            <pc:docMk/>
            <pc:sldMk cId="1963012775" sldId="262"/>
            <ac:spMk id="2" creationId="{5AAA07B0-65E4-24EE-5824-D38FEDBE1443}"/>
          </ac:spMkLst>
        </pc:spChg>
        <pc:spChg chg="mod">
          <ac:chgData name="Marcus youngwavy" userId="33438cb5ad7eb8d7" providerId="LiveId" clId="{767C372F-C8F1-4FF7-8E31-8845EB11E92A}" dt="2024-02-25T22:35:58.214" v="1623" actId="20577"/>
          <ac:spMkLst>
            <pc:docMk/>
            <pc:sldMk cId="1963012775" sldId="262"/>
            <ac:spMk id="3" creationId="{4156287D-D093-6297-2221-4CE0390F36E7}"/>
          </ac:spMkLst>
        </pc:spChg>
      </pc:sldChg>
      <pc:sldChg chg="new">
        <pc:chgData name="Marcus youngwavy" userId="33438cb5ad7eb8d7" providerId="LiveId" clId="{767C372F-C8F1-4FF7-8E31-8845EB11E92A}" dt="2024-02-25T22:18:31.719" v="7" actId="680"/>
        <pc:sldMkLst>
          <pc:docMk/>
          <pc:sldMk cId="2844766145" sldId="263"/>
        </pc:sldMkLst>
      </pc:sldChg>
      <pc:sldChg chg="new">
        <pc:chgData name="Marcus youngwavy" userId="33438cb5ad7eb8d7" providerId="LiveId" clId="{767C372F-C8F1-4FF7-8E31-8845EB11E92A}" dt="2024-02-25T22:18:31.954" v="8" actId="680"/>
        <pc:sldMkLst>
          <pc:docMk/>
          <pc:sldMk cId="1685294755" sldId="264"/>
        </pc:sldMkLst>
      </pc:sldChg>
      <pc:sldChg chg="modSp new mod">
        <pc:chgData name="Marcus youngwavy" userId="33438cb5ad7eb8d7" providerId="LiveId" clId="{767C372F-C8F1-4FF7-8E31-8845EB11E92A}" dt="2024-02-25T22:19:14.910" v="37" actId="20577"/>
        <pc:sldMkLst>
          <pc:docMk/>
          <pc:sldMk cId="2539973486" sldId="265"/>
        </pc:sldMkLst>
        <pc:spChg chg="mod">
          <ac:chgData name="Marcus youngwavy" userId="33438cb5ad7eb8d7" providerId="LiveId" clId="{767C372F-C8F1-4FF7-8E31-8845EB11E92A}" dt="2024-02-25T22:19:14.910" v="37" actId="20577"/>
          <ac:spMkLst>
            <pc:docMk/>
            <pc:sldMk cId="2539973486" sldId="265"/>
            <ac:spMk id="2" creationId="{509E9F4D-7C73-BA12-07AF-AA03491C6AC3}"/>
          </ac:spMkLst>
        </pc:spChg>
      </pc:sldChg>
      <pc:sldChg chg="modSp new mod ord">
        <pc:chgData name="Marcus youngwavy" userId="33438cb5ad7eb8d7" providerId="LiveId" clId="{767C372F-C8F1-4FF7-8E31-8845EB11E92A}" dt="2024-02-25T22:24:13.347" v="344"/>
        <pc:sldMkLst>
          <pc:docMk/>
          <pc:sldMk cId="534952439" sldId="266"/>
        </pc:sldMkLst>
        <pc:spChg chg="mod">
          <ac:chgData name="Marcus youngwavy" userId="33438cb5ad7eb8d7" providerId="LiveId" clId="{767C372F-C8F1-4FF7-8E31-8845EB11E92A}" dt="2024-02-25T22:23:34.041" v="340" actId="2711"/>
          <ac:spMkLst>
            <pc:docMk/>
            <pc:sldMk cId="534952439" sldId="266"/>
            <ac:spMk id="2" creationId="{696ABC12-C16C-B99A-F595-B46C7A7D78DB}"/>
          </ac:spMkLst>
        </pc:spChg>
      </pc:sldChg>
    </pc:docChg>
  </pc:docChgLst>
  <pc:docChgLst>
    <pc:chgData name="Marcus youngwavy" userId="33438cb5ad7eb8d7" providerId="Windows Live" clId="Web-{A33B63D6-B389-4483-BAE6-F0254C7D73B6}"/>
    <pc:docChg chg="delSld modSld">
      <pc:chgData name="Marcus youngwavy" userId="33438cb5ad7eb8d7" providerId="Windows Live" clId="Web-{A33B63D6-B389-4483-BAE6-F0254C7D73B6}" dt="2024-02-27T16:40:43.536" v="304"/>
      <pc:docMkLst>
        <pc:docMk/>
      </pc:docMkLst>
      <pc:sldChg chg="addSp modSp mod setBg">
        <pc:chgData name="Marcus youngwavy" userId="33438cb5ad7eb8d7" providerId="Windows Live" clId="Web-{A33B63D6-B389-4483-BAE6-F0254C7D73B6}" dt="2024-02-27T16:08:41.045" v="1"/>
        <pc:sldMkLst>
          <pc:docMk/>
          <pc:sldMk cId="9226726" sldId="256"/>
        </pc:sldMkLst>
        <pc:spChg chg="mod">
          <ac:chgData name="Marcus youngwavy" userId="33438cb5ad7eb8d7" providerId="Windows Live" clId="Web-{A33B63D6-B389-4483-BAE6-F0254C7D73B6}" dt="2024-02-27T16:08:41.045" v="1"/>
          <ac:spMkLst>
            <pc:docMk/>
            <pc:sldMk cId="9226726" sldId="256"/>
            <ac:spMk id="2" creationId="{34B708A2-01A8-B3CD-5626-B048C5A99E20}"/>
          </ac:spMkLst>
        </pc:spChg>
        <pc:spChg chg="mod">
          <ac:chgData name="Marcus youngwavy" userId="33438cb5ad7eb8d7" providerId="Windows Live" clId="Web-{A33B63D6-B389-4483-BAE6-F0254C7D73B6}" dt="2024-02-27T16:08:41.045" v="1"/>
          <ac:spMkLst>
            <pc:docMk/>
            <pc:sldMk cId="9226726" sldId="256"/>
            <ac:spMk id="3" creationId="{D5D27ECD-12D6-0F46-638C-B448EDC73A83}"/>
          </ac:spMkLst>
        </pc:spChg>
        <pc:spChg chg="add">
          <ac:chgData name="Marcus youngwavy" userId="33438cb5ad7eb8d7" providerId="Windows Live" clId="Web-{A33B63D6-B389-4483-BAE6-F0254C7D73B6}" dt="2024-02-27T16:08:41.045" v="1"/>
          <ac:spMkLst>
            <pc:docMk/>
            <pc:sldMk cId="9226726" sldId="256"/>
            <ac:spMk id="8" creationId="{6F5A5072-7B47-4D32-B52A-4EBBF590B8A5}"/>
          </ac:spMkLst>
        </pc:spChg>
        <pc:spChg chg="add">
          <ac:chgData name="Marcus youngwavy" userId="33438cb5ad7eb8d7" providerId="Windows Live" clId="Web-{A33B63D6-B389-4483-BAE6-F0254C7D73B6}" dt="2024-02-27T16:08:41.045" v="1"/>
          <ac:spMkLst>
            <pc:docMk/>
            <pc:sldMk cId="9226726" sldId="256"/>
            <ac:spMk id="10" creationId="{9715DAF0-AE1B-46C9-8A6B-DB2AA05AB91D}"/>
          </ac:spMkLst>
        </pc:spChg>
        <pc:spChg chg="add">
          <ac:chgData name="Marcus youngwavy" userId="33438cb5ad7eb8d7" providerId="Windows Live" clId="Web-{A33B63D6-B389-4483-BAE6-F0254C7D73B6}" dt="2024-02-27T16:08:41.045" v="1"/>
          <ac:spMkLst>
            <pc:docMk/>
            <pc:sldMk cId="9226726" sldId="256"/>
            <ac:spMk id="12" creationId="{6016219D-510E-4184-9090-6D5578A87BD1}"/>
          </ac:spMkLst>
        </pc:spChg>
        <pc:spChg chg="add">
          <ac:chgData name="Marcus youngwavy" userId="33438cb5ad7eb8d7" providerId="Windows Live" clId="Web-{A33B63D6-B389-4483-BAE6-F0254C7D73B6}" dt="2024-02-27T16:08:41.045" v="1"/>
          <ac:spMkLst>
            <pc:docMk/>
            <pc:sldMk cId="9226726" sldId="256"/>
            <ac:spMk id="14" creationId="{AFF4A713-7B75-4B21-90D7-5AB19547C728}"/>
          </ac:spMkLst>
        </pc:spChg>
        <pc:spChg chg="add">
          <ac:chgData name="Marcus youngwavy" userId="33438cb5ad7eb8d7" providerId="Windows Live" clId="Web-{A33B63D6-B389-4483-BAE6-F0254C7D73B6}" dt="2024-02-27T16:08:41.045" v="1"/>
          <ac:spMkLst>
            <pc:docMk/>
            <pc:sldMk cId="9226726" sldId="256"/>
            <ac:spMk id="16" creationId="{DC631C0B-6DA6-4E57-8231-CE32B3434A7E}"/>
          </ac:spMkLst>
        </pc:spChg>
        <pc:spChg chg="add">
          <ac:chgData name="Marcus youngwavy" userId="33438cb5ad7eb8d7" providerId="Windows Live" clId="Web-{A33B63D6-B389-4483-BAE6-F0254C7D73B6}" dt="2024-02-27T16:08:41.045" v="1"/>
          <ac:spMkLst>
            <pc:docMk/>
            <pc:sldMk cId="9226726" sldId="256"/>
            <ac:spMk id="18" creationId="{C29501E6-A978-4A61-9689-9085AF97A53A}"/>
          </ac:spMkLst>
        </pc:spChg>
      </pc:sldChg>
      <pc:sldChg chg="addSp delSp modSp mod setBg">
        <pc:chgData name="Marcus youngwavy" userId="33438cb5ad7eb8d7" providerId="Windows Live" clId="Web-{A33B63D6-B389-4483-BAE6-F0254C7D73B6}" dt="2024-02-27T16:08:54.452" v="2"/>
        <pc:sldMkLst>
          <pc:docMk/>
          <pc:sldMk cId="419136095" sldId="257"/>
        </pc:sldMkLst>
        <pc:spChg chg="mod">
          <ac:chgData name="Marcus youngwavy" userId="33438cb5ad7eb8d7" providerId="Windows Live" clId="Web-{A33B63D6-B389-4483-BAE6-F0254C7D73B6}" dt="2024-02-27T16:08:54.452" v="2"/>
          <ac:spMkLst>
            <pc:docMk/>
            <pc:sldMk cId="419136095" sldId="257"/>
            <ac:spMk id="2" creationId="{867E1569-48C6-6E29-7452-CA8ECC0DA5DF}"/>
          </ac:spMkLst>
        </pc:spChg>
        <pc:spChg chg="del">
          <ac:chgData name="Marcus youngwavy" userId="33438cb5ad7eb8d7" providerId="Windows Live" clId="Web-{A33B63D6-B389-4483-BAE6-F0254C7D73B6}" dt="2024-02-27T16:08:54.452" v="2"/>
          <ac:spMkLst>
            <pc:docMk/>
            <pc:sldMk cId="419136095" sldId="257"/>
            <ac:spMk id="3" creationId="{39E378EA-6FC1-0A54-A369-0DA727E753C4}"/>
          </ac:spMkLst>
        </pc:spChg>
        <pc:spChg chg="add">
          <ac:chgData name="Marcus youngwavy" userId="33438cb5ad7eb8d7" providerId="Windows Live" clId="Web-{A33B63D6-B389-4483-BAE6-F0254C7D73B6}" dt="2024-02-27T16:08:54.452" v="2"/>
          <ac:spMkLst>
            <pc:docMk/>
            <pc:sldMk cId="419136095" sldId="257"/>
            <ac:spMk id="9" creationId="{BACC6370-2D7E-4714-9D71-7542949D7D5D}"/>
          </ac:spMkLst>
        </pc:spChg>
        <pc:spChg chg="add">
          <ac:chgData name="Marcus youngwavy" userId="33438cb5ad7eb8d7" providerId="Windows Live" clId="Web-{A33B63D6-B389-4483-BAE6-F0254C7D73B6}" dt="2024-02-27T16:08:54.452" v="2"/>
          <ac:spMkLst>
            <pc:docMk/>
            <pc:sldMk cId="419136095" sldId="257"/>
            <ac:spMk id="11" creationId="{256B2C21-A230-48C0-8DF1-C46611373C44}"/>
          </ac:spMkLst>
        </pc:spChg>
        <pc:spChg chg="add">
          <ac:chgData name="Marcus youngwavy" userId="33438cb5ad7eb8d7" providerId="Windows Live" clId="Web-{A33B63D6-B389-4483-BAE6-F0254C7D73B6}" dt="2024-02-27T16:08:54.452" v="2"/>
          <ac:spMkLst>
            <pc:docMk/>
            <pc:sldMk cId="419136095" sldId="257"/>
            <ac:spMk id="13" creationId="{3847E18C-932D-4C95-AABA-FEC7C9499AD7}"/>
          </ac:spMkLst>
        </pc:spChg>
        <pc:spChg chg="add">
          <ac:chgData name="Marcus youngwavy" userId="33438cb5ad7eb8d7" providerId="Windows Live" clId="Web-{A33B63D6-B389-4483-BAE6-F0254C7D73B6}" dt="2024-02-27T16:08:54.452" v="2"/>
          <ac:spMkLst>
            <pc:docMk/>
            <pc:sldMk cId="419136095" sldId="257"/>
            <ac:spMk id="15" creationId="{3150CB11-0C61-439E-910F-5787759E72A0}"/>
          </ac:spMkLst>
        </pc:spChg>
        <pc:spChg chg="add">
          <ac:chgData name="Marcus youngwavy" userId="33438cb5ad7eb8d7" providerId="Windows Live" clId="Web-{A33B63D6-B389-4483-BAE6-F0254C7D73B6}" dt="2024-02-27T16:08:54.452" v="2"/>
          <ac:spMkLst>
            <pc:docMk/>
            <pc:sldMk cId="419136095" sldId="257"/>
            <ac:spMk id="17" creationId="{43F8A58B-5155-44CE-A5FF-7647B47D0A7A}"/>
          </ac:spMkLst>
        </pc:spChg>
        <pc:spChg chg="add">
          <ac:chgData name="Marcus youngwavy" userId="33438cb5ad7eb8d7" providerId="Windows Live" clId="Web-{A33B63D6-B389-4483-BAE6-F0254C7D73B6}" dt="2024-02-27T16:08:54.452" v="2"/>
          <ac:spMkLst>
            <pc:docMk/>
            <pc:sldMk cId="419136095" sldId="257"/>
            <ac:spMk id="19" creationId="{443F2ACA-E6D6-4028-82DD-F03C262D5DE6}"/>
          </ac:spMkLst>
        </pc:spChg>
        <pc:graphicFrameChg chg="add">
          <ac:chgData name="Marcus youngwavy" userId="33438cb5ad7eb8d7" providerId="Windows Live" clId="Web-{A33B63D6-B389-4483-BAE6-F0254C7D73B6}" dt="2024-02-27T16:08:54.452" v="2"/>
          <ac:graphicFrameMkLst>
            <pc:docMk/>
            <pc:sldMk cId="419136095" sldId="257"/>
            <ac:graphicFrameMk id="5" creationId="{8E31BA57-577C-9832-5F7E-FC1A8478890F}"/>
          </ac:graphicFrameMkLst>
        </pc:graphicFrameChg>
      </pc:sldChg>
      <pc:sldChg chg="addSp modSp mod setBg">
        <pc:chgData name="Marcus youngwavy" userId="33438cb5ad7eb8d7" providerId="Windows Live" clId="Web-{A33B63D6-B389-4483-BAE6-F0254C7D73B6}" dt="2024-02-27T16:09:06.593" v="3"/>
        <pc:sldMkLst>
          <pc:docMk/>
          <pc:sldMk cId="3713106406" sldId="258"/>
        </pc:sldMkLst>
        <pc:spChg chg="mod">
          <ac:chgData name="Marcus youngwavy" userId="33438cb5ad7eb8d7" providerId="Windows Live" clId="Web-{A33B63D6-B389-4483-BAE6-F0254C7D73B6}" dt="2024-02-27T16:09:06.593" v="3"/>
          <ac:spMkLst>
            <pc:docMk/>
            <pc:sldMk cId="3713106406" sldId="258"/>
            <ac:spMk id="2" creationId="{5822EBE9-30BF-02C8-AF2E-A474DA0AF7BE}"/>
          </ac:spMkLst>
        </pc:spChg>
        <pc:spChg chg="mod">
          <ac:chgData name="Marcus youngwavy" userId="33438cb5ad7eb8d7" providerId="Windows Live" clId="Web-{A33B63D6-B389-4483-BAE6-F0254C7D73B6}" dt="2024-02-27T16:09:06.593" v="3"/>
          <ac:spMkLst>
            <pc:docMk/>
            <pc:sldMk cId="3713106406" sldId="258"/>
            <ac:spMk id="3" creationId="{C81ED35F-62F5-31A7-DEFD-AC1813642279}"/>
          </ac:spMkLst>
        </pc:spChg>
        <pc:spChg chg="add">
          <ac:chgData name="Marcus youngwavy" userId="33438cb5ad7eb8d7" providerId="Windows Live" clId="Web-{A33B63D6-B389-4483-BAE6-F0254C7D73B6}" dt="2024-02-27T16:09:06.593" v="3"/>
          <ac:spMkLst>
            <pc:docMk/>
            <pc:sldMk cId="3713106406" sldId="258"/>
            <ac:spMk id="8" creationId="{DEE2AD96-B495-4E06-9291-B71706F728CB}"/>
          </ac:spMkLst>
        </pc:spChg>
        <pc:spChg chg="add">
          <ac:chgData name="Marcus youngwavy" userId="33438cb5ad7eb8d7" providerId="Windows Live" clId="Web-{A33B63D6-B389-4483-BAE6-F0254C7D73B6}" dt="2024-02-27T16:09:06.593" v="3"/>
          <ac:spMkLst>
            <pc:docMk/>
            <pc:sldMk cId="3713106406" sldId="258"/>
            <ac:spMk id="10" creationId="{53CF6D67-C5A8-4ADD-9E8E-1E38CA1D3166}"/>
          </ac:spMkLst>
        </pc:spChg>
        <pc:spChg chg="add">
          <ac:chgData name="Marcus youngwavy" userId="33438cb5ad7eb8d7" providerId="Windows Live" clId="Web-{A33B63D6-B389-4483-BAE6-F0254C7D73B6}" dt="2024-02-27T16:09:06.593" v="3"/>
          <ac:spMkLst>
            <pc:docMk/>
            <pc:sldMk cId="3713106406" sldId="258"/>
            <ac:spMk id="12" creationId="{86909FA0-B515-4681-B7A8-FA281D133B94}"/>
          </ac:spMkLst>
        </pc:spChg>
        <pc:spChg chg="add">
          <ac:chgData name="Marcus youngwavy" userId="33438cb5ad7eb8d7" providerId="Windows Live" clId="Web-{A33B63D6-B389-4483-BAE6-F0254C7D73B6}" dt="2024-02-27T16:09:06.593" v="3"/>
          <ac:spMkLst>
            <pc:docMk/>
            <pc:sldMk cId="3713106406" sldId="258"/>
            <ac:spMk id="14" creationId="{21C9FE86-FCC3-4A31-AA1C-C882262B7FE7}"/>
          </ac:spMkLst>
        </pc:spChg>
        <pc:spChg chg="add">
          <ac:chgData name="Marcus youngwavy" userId="33438cb5ad7eb8d7" providerId="Windows Live" clId="Web-{A33B63D6-B389-4483-BAE6-F0254C7D73B6}" dt="2024-02-27T16:09:06.593" v="3"/>
          <ac:spMkLst>
            <pc:docMk/>
            <pc:sldMk cId="3713106406" sldId="258"/>
            <ac:spMk id="16" creationId="{7D96243B-ECED-4B71-8E06-AE9A285EAD20}"/>
          </ac:spMkLst>
        </pc:spChg>
        <pc:spChg chg="add">
          <ac:chgData name="Marcus youngwavy" userId="33438cb5ad7eb8d7" providerId="Windows Live" clId="Web-{A33B63D6-B389-4483-BAE6-F0254C7D73B6}" dt="2024-02-27T16:09:06.593" v="3"/>
          <ac:spMkLst>
            <pc:docMk/>
            <pc:sldMk cId="3713106406" sldId="258"/>
            <ac:spMk id="18" creationId="{A09989E4-EFDC-4A90-A633-E0525FB4139E}"/>
          </ac:spMkLst>
        </pc:spChg>
      </pc:sldChg>
      <pc:sldChg chg="addSp modSp mod setBg">
        <pc:chgData name="Marcus youngwavy" userId="33438cb5ad7eb8d7" providerId="Windows Live" clId="Web-{A33B63D6-B389-4483-BAE6-F0254C7D73B6}" dt="2024-02-27T16:09:13.735" v="4"/>
        <pc:sldMkLst>
          <pc:docMk/>
          <pc:sldMk cId="1923282351" sldId="259"/>
        </pc:sldMkLst>
        <pc:spChg chg="mod">
          <ac:chgData name="Marcus youngwavy" userId="33438cb5ad7eb8d7" providerId="Windows Live" clId="Web-{A33B63D6-B389-4483-BAE6-F0254C7D73B6}" dt="2024-02-27T16:09:13.735" v="4"/>
          <ac:spMkLst>
            <pc:docMk/>
            <pc:sldMk cId="1923282351" sldId="259"/>
            <ac:spMk id="2" creationId="{25409DF4-490E-24F1-9390-FEC1E6CC1E14}"/>
          </ac:spMkLst>
        </pc:spChg>
        <pc:spChg chg="mod">
          <ac:chgData name="Marcus youngwavy" userId="33438cb5ad7eb8d7" providerId="Windows Live" clId="Web-{A33B63D6-B389-4483-BAE6-F0254C7D73B6}" dt="2024-02-27T16:09:13.735" v="4"/>
          <ac:spMkLst>
            <pc:docMk/>
            <pc:sldMk cId="1923282351" sldId="259"/>
            <ac:spMk id="3" creationId="{A4FBAF66-E7B6-9EF4-07CF-567A80CBB4E2}"/>
          </ac:spMkLst>
        </pc:spChg>
        <pc:spChg chg="add">
          <ac:chgData name="Marcus youngwavy" userId="33438cb5ad7eb8d7" providerId="Windows Live" clId="Web-{A33B63D6-B389-4483-BAE6-F0254C7D73B6}" dt="2024-02-27T16:09:13.735" v="4"/>
          <ac:spMkLst>
            <pc:docMk/>
            <pc:sldMk cId="1923282351" sldId="259"/>
            <ac:spMk id="8" creationId="{DEE2AD96-B495-4E06-9291-B71706F728CB}"/>
          </ac:spMkLst>
        </pc:spChg>
        <pc:spChg chg="add">
          <ac:chgData name="Marcus youngwavy" userId="33438cb5ad7eb8d7" providerId="Windows Live" clId="Web-{A33B63D6-B389-4483-BAE6-F0254C7D73B6}" dt="2024-02-27T16:09:13.735" v="4"/>
          <ac:spMkLst>
            <pc:docMk/>
            <pc:sldMk cId="1923282351" sldId="259"/>
            <ac:spMk id="10" creationId="{53CF6D67-C5A8-4ADD-9E8E-1E38CA1D3166}"/>
          </ac:spMkLst>
        </pc:spChg>
        <pc:spChg chg="add">
          <ac:chgData name="Marcus youngwavy" userId="33438cb5ad7eb8d7" providerId="Windows Live" clId="Web-{A33B63D6-B389-4483-BAE6-F0254C7D73B6}" dt="2024-02-27T16:09:13.735" v="4"/>
          <ac:spMkLst>
            <pc:docMk/>
            <pc:sldMk cId="1923282351" sldId="259"/>
            <ac:spMk id="12" creationId="{86909FA0-B515-4681-B7A8-FA281D133B94}"/>
          </ac:spMkLst>
        </pc:spChg>
        <pc:spChg chg="add">
          <ac:chgData name="Marcus youngwavy" userId="33438cb5ad7eb8d7" providerId="Windows Live" clId="Web-{A33B63D6-B389-4483-BAE6-F0254C7D73B6}" dt="2024-02-27T16:09:13.735" v="4"/>
          <ac:spMkLst>
            <pc:docMk/>
            <pc:sldMk cId="1923282351" sldId="259"/>
            <ac:spMk id="14" creationId="{21C9FE86-FCC3-4A31-AA1C-C882262B7FE7}"/>
          </ac:spMkLst>
        </pc:spChg>
        <pc:spChg chg="add">
          <ac:chgData name="Marcus youngwavy" userId="33438cb5ad7eb8d7" providerId="Windows Live" clId="Web-{A33B63D6-B389-4483-BAE6-F0254C7D73B6}" dt="2024-02-27T16:09:13.735" v="4"/>
          <ac:spMkLst>
            <pc:docMk/>
            <pc:sldMk cId="1923282351" sldId="259"/>
            <ac:spMk id="16" creationId="{7D96243B-ECED-4B71-8E06-AE9A285EAD20}"/>
          </ac:spMkLst>
        </pc:spChg>
        <pc:spChg chg="add">
          <ac:chgData name="Marcus youngwavy" userId="33438cb5ad7eb8d7" providerId="Windows Live" clId="Web-{A33B63D6-B389-4483-BAE6-F0254C7D73B6}" dt="2024-02-27T16:09:13.735" v="4"/>
          <ac:spMkLst>
            <pc:docMk/>
            <pc:sldMk cId="1923282351" sldId="259"/>
            <ac:spMk id="18" creationId="{A09989E4-EFDC-4A90-A633-E0525FB4139E}"/>
          </ac:spMkLst>
        </pc:spChg>
      </pc:sldChg>
      <pc:sldChg chg="addSp modSp mod setBg">
        <pc:chgData name="Marcus youngwavy" userId="33438cb5ad7eb8d7" providerId="Windows Live" clId="Web-{A33B63D6-B389-4483-BAE6-F0254C7D73B6}" dt="2024-02-27T16:09:22.828" v="5"/>
        <pc:sldMkLst>
          <pc:docMk/>
          <pc:sldMk cId="289621589" sldId="260"/>
        </pc:sldMkLst>
        <pc:spChg chg="mod">
          <ac:chgData name="Marcus youngwavy" userId="33438cb5ad7eb8d7" providerId="Windows Live" clId="Web-{A33B63D6-B389-4483-BAE6-F0254C7D73B6}" dt="2024-02-27T16:09:22.828" v="5"/>
          <ac:spMkLst>
            <pc:docMk/>
            <pc:sldMk cId="289621589" sldId="260"/>
            <ac:spMk id="2" creationId="{92F503A0-3200-DE69-0141-B1AEC801A819}"/>
          </ac:spMkLst>
        </pc:spChg>
        <pc:spChg chg="mod">
          <ac:chgData name="Marcus youngwavy" userId="33438cb5ad7eb8d7" providerId="Windows Live" clId="Web-{A33B63D6-B389-4483-BAE6-F0254C7D73B6}" dt="2024-02-27T16:09:22.828" v="5"/>
          <ac:spMkLst>
            <pc:docMk/>
            <pc:sldMk cId="289621589" sldId="260"/>
            <ac:spMk id="3" creationId="{147E455C-D133-F383-3846-1BD0A6C16F63}"/>
          </ac:spMkLst>
        </pc:spChg>
        <pc:spChg chg="add">
          <ac:chgData name="Marcus youngwavy" userId="33438cb5ad7eb8d7" providerId="Windows Live" clId="Web-{A33B63D6-B389-4483-BAE6-F0254C7D73B6}" dt="2024-02-27T16:09:22.828" v="5"/>
          <ac:spMkLst>
            <pc:docMk/>
            <pc:sldMk cId="289621589" sldId="260"/>
            <ac:spMk id="8" creationId="{DEE2AD96-B495-4E06-9291-B71706F728CB}"/>
          </ac:spMkLst>
        </pc:spChg>
        <pc:spChg chg="add">
          <ac:chgData name="Marcus youngwavy" userId="33438cb5ad7eb8d7" providerId="Windows Live" clId="Web-{A33B63D6-B389-4483-BAE6-F0254C7D73B6}" dt="2024-02-27T16:09:22.828" v="5"/>
          <ac:spMkLst>
            <pc:docMk/>
            <pc:sldMk cId="289621589" sldId="260"/>
            <ac:spMk id="10" creationId="{53CF6D67-C5A8-4ADD-9E8E-1E38CA1D3166}"/>
          </ac:spMkLst>
        </pc:spChg>
        <pc:spChg chg="add">
          <ac:chgData name="Marcus youngwavy" userId="33438cb5ad7eb8d7" providerId="Windows Live" clId="Web-{A33B63D6-B389-4483-BAE6-F0254C7D73B6}" dt="2024-02-27T16:09:22.828" v="5"/>
          <ac:spMkLst>
            <pc:docMk/>
            <pc:sldMk cId="289621589" sldId="260"/>
            <ac:spMk id="12" creationId="{86909FA0-B515-4681-B7A8-FA281D133B94}"/>
          </ac:spMkLst>
        </pc:spChg>
        <pc:spChg chg="add">
          <ac:chgData name="Marcus youngwavy" userId="33438cb5ad7eb8d7" providerId="Windows Live" clId="Web-{A33B63D6-B389-4483-BAE6-F0254C7D73B6}" dt="2024-02-27T16:09:22.828" v="5"/>
          <ac:spMkLst>
            <pc:docMk/>
            <pc:sldMk cId="289621589" sldId="260"/>
            <ac:spMk id="14" creationId="{21C9FE86-FCC3-4A31-AA1C-C882262B7FE7}"/>
          </ac:spMkLst>
        </pc:spChg>
        <pc:spChg chg="add">
          <ac:chgData name="Marcus youngwavy" userId="33438cb5ad7eb8d7" providerId="Windows Live" clId="Web-{A33B63D6-B389-4483-BAE6-F0254C7D73B6}" dt="2024-02-27T16:09:22.828" v="5"/>
          <ac:spMkLst>
            <pc:docMk/>
            <pc:sldMk cId="289621589" sldId="260"/>
            <ac:spMk id="16" creationId="{7D96243B-ECED-4B71-8E06-AE9A285EAD20}"/>
          </ac:spMkLst>
        </pc:spChg>
        <pc:spChg chg="add">
          <ac:chgData name="Marcus youngwavy" userId="33438cb5ad7eb8d7" providerId="Windows Live" clId="Web-{A33B63D6-B389-4483-BAE6-F0254C7D73B6}" dt="2024-02-27T16:09:22.828" v="5"/>
          <ac:spMkLst>
            <pc:docMk/>
            <pc:sldMk cId="289621589" sldId="260"/>
            <ac:spMk id="18" creationId="{A09989E4-EFDC-4A90-A633-E0525FB4139E}"/>
          </ac:spMkLst>
        </pc:spChg>
      </pc:sldChg>
      <pc:sldChg chg="addSp delSp modSp mod setBg">
        <pc:chgData name="Marcus youngwavy" userId="33438cb5ad7eb8d7" providerId="Windows Live" clId="Web-{A33B63D6-B389-4483-BAE6-F0254C7D73B6}" dt="2024-02-27T16:09:30.281" v="6"/>
        <pc:sldMkLst>
          <pc:docMk/>
          <pc:sldMk cId="623398592" sldId="261"/>
        </pc:sldMkLst>
        <pc:spChg chg="mod">
          <ac:chgData name="Marcus youngwavy" userId="33438cb5ad7eb8d7" providerId="Windows Live" clId="Web-{A33B63D6-B389-4483-BAE6-F0254C7D73B6}" dt="2024-02-27T16:09:30.281" v="6"/>
          <ac:spMkLst>
            <pc:docMk/>
            <pc:sldMk cId="623398592" sldId="261"/>
            <ac:spMk id="2" creationId="{BEEE693A-CC56-7C88-E3D7-A7E0C1E6B942}"/>
          </ac:spMkLst>
        </pc:spChg>
        <pc:spChg chg="del">
          <ac:chgData name="Marcus youngwavy" userId="33438cb5ad7eb8d7" providerId="Windows Live" clId="Web-{A33B63D6-B389-4483-BAE6-F0254C7D73B6}" dt="2024-02-27T16:09:30.281" v="6"/>
          <ac:spMkLst>
            <pc:docMk/>
            <pc:sldMk cId="623398592" sldId="261"/>
            <ac:spMk id="3" creationId="{5428EE96-E2BC-5D50-AC4D-20FB179E562F}"/>
          </ac:spMkLst>
        </pc:spChg>
        <pc:spChg chg="add">
          <ac:chgData name="Marcus youngwavy" userId="33438cb5ad7eb8d7" providerId="Windows Live" clId="Web-{A33B63D6-B389-4483-BAE6-F0254C7D73B6}" dt="2024-02-27T16:09:30.281" v="6"/>
          <ac:spMkLst>
            <pc:docMk/>
            <pc:sldMk cId="623398592" sldId="261"/>
            <ac:spMk id="9" creationId="{BACC6370-2D7E-4714-9D71-7542949D7D5D}"/>
          </ac:spMkLst>
        </pc:spChg>
        <pc:spChg chg="add">
          <ac:chgData name="Marcus youngwavy" userId="33438cb5ad7eb8d7" providerId="Windows Live" clId="Web-{A33B63D6-B389-4483-BAE6-F0254C7D73B6}" dt="2024-02-27T16:09:30.281" v="6"/>
          <ac:spMkLst>
            <pc:docMk/>
            <pc:sldMk cId="623398592" sldId="261"/>
            <ac:spMk id="11" creationId="{256B2C21-A230-48C0-8DF1-C46611373C44}"/>
          </ac:spMkLst>
        </pc:spChg>
        <pc:spChg chg="add">
          <ac:chgData name="Marcus youngwavy" userId="33438cb5ad7eb8d7" providerId="Windows Live" clId="Web-{A33B63D6-B389-4483-BAE6-F0254C7D73B6}" dt="2024-02-27T16:09:30.281" v="6"/>
          <ac:spMkLst>
            <pc:docMk/>
            <pc:sldMk cId="623398592" sldId="261"/>
            <ac:spMk id="13" creationId="{3847E18C-932D-4C95-AABA-FEC7C9499AD7}"/>
          </ac:spMkLst>
        </pc:spChg>
        <pc:spChg chg="add">
          <ac:chgData name="Marcus youngwavy" userId="33438cb5ad7eb8d7" providerId="Windows Live" clId="Web-{A33B63D6-B389-4483-BAE6-F0254C7D73B6}" dt="2024-02-27T16:09:30.281" v="6"/>
          <ac:spMkLst>
            <pc:docMk/>
            <pc:sldMk cId="623398592" sldId="261"/>
            <ac:spMk id="15" creationId="{3150CB11-0C61-439E-910F-5787759E72A0}"/>
          </ac:spMkLst>
        </pc:spChg>
        <pc:spChg chg="add">
          <ac:chgData name="Marcus youngwavy" userId="33438cb5ad7eb8d7" providerId="Windows Live" clId="Web-{A33B63D6-B389-4483-BAE6-F0254C7D73B6}" dt="2024-02-27T16:09:30.281" v="6"/>
          <ac:spMkLst>
            <pc:docMk/>
            <pc:sldMk cId="623398592" sldId="261"/>
            <ac:spMk id="17" creationId="{43F8A58B-5155-44CE-A5FF-7647B47D0A7A}"/>
          </ac:spMkLst>
        </pc:spChg>
        <pc:spChg chg="add">
          <ac:chgData name="Marcus youngwavy" userId="33438cb5ad7eb8d7" providerId="Windows Live" clId="Web-{A33B63D6-B389-4483-BAE6-F0254C7D73B6}" dt="2024-02-27T16:09:30.281" v="6"/>
          <ac:spMkLst>
            <pc:docMk/>
            <pc:sldMk cId="623398592" sldId="261"/>
            <ac:spMk id="19" creationId="{443F2ACA-E6D6-4028-82DD-F03C262D5DE6}"/>
          </ac:spMkLst>
        </pc:spChg>
        <pc:graphicFrameChg chg="add">
          <ac:chgData name="Marcus youngwavy" userId="33438cb5ad7eb8d7" providerId="Windows Live" clId="Web-{A33B63D6-B389-4483-BAE6-F0254C7D73B6}" dt="2024-02-27T16:09:30.281" v="6"/>
          <ac:graphicFrameMkLst>
            <pc:docMk/>
            <pc:sldMk cId="623398592" sldId="261"/>
            <ac:graphicFrameMk id="5" creationId="{E5BE6504-0B11-8E6A-D593-509F8994C29A}"/>
          </ac:graphicFrameMkLst>
        </pc:graphicFrameChg>
      </pc:sldChg>
      <pc:sldChg chg="addSp delSp modSp mod setBg">
        <pc:chgData name="Marcus youngwavy" userId="33438cb5ad7eb8d7" providerId="Windows Live" clId="Web-{A33B63D6-B389-4483-BAE6-F0254C7D73B6}" dt="2024-02-27T16:09:42.407" v="7"/>
        <pc:sldMkLst>
          <pc:docMk/>
          <pc:sldMk cId="1963012775" sldId="262"/>
        </pc:sldMkLst>
        <pc:spChg chg="mod">
          <ac:chgData name="Marcus youngwavy" userId="33438cb5ad7eb8d7" providerId="Windows Live" clId="Web-{A33B63D6-B389-4483-BAE6-F0254C7D73B6}" dt="2024-02-27T16:09:42.407" v="7"/>
          <ac:spMkLst>
            <pc:docMk/>
            <pc:sldMk cId="1963012775" sldId="262"/>
            <ac:spMk id="2" creationId="{5AAA07B0-65E4-24EE-5824-D38FEDBE1443}"/>
          </ac:spMkLst>
        </pc:spChg>
        <pc:spChg chg="del">
          <ac:chgData name="Marcus youngwavy" userId="33438cb5ad7eb8d7" providerId="Windows Live" clId="Web-{A33B63D6-B389-4483-BAE6-F0254C7D73B6}" dt="2024-02-27T16:09:42.407" v="7"/>
          <ac:spMkLst>
            <pc:docMk/>
            <pc:sldMk cId="1963012775" sldId="262"/>
            <ac:spMk id="3" creationId="{4156287D-D093-6297-2221-4CE0390F36E7}"/>
          </ac:spMkLst>
        </pc:spChg>
        <pc:spChg chg="add">
          <ac:chgData name="Marcus youngwavy" userId="33438cb5ad7eb8d7" providerId="Windows Live" clId="Web-{A33B63D6-B389-4483-BAE6-F0254C7D73B6}" dt="2024-02-27T16:09:42.407" v="7"/>
          <ac:spMkLst>
            <pc:docMk/>
            <pc:sldMk cId="1963012775" sldId="262"/>
            <ac:spMk id="9" creationId="{BACC6370-2D7E-4714-9D71-7542949D7D5D}"/>
          </ac:spMkLst>
        </pc:spChg>
        <pc:spChg chg="add">
          <ac:chgData name="Marcus youngwavy" userId="33438cb5ad7eb8d7" providerId="Windows Live" clId="Web-{A33B63D6-B389-4483-BAE6-F0254C7D73B6}" dt="2024-02-27T16:09:42.407" v="7"/>
          <ac:spMkLst>
            <pc:docMk/>
            <pc:sldMk cId="1963012775" sldId="262"/>
            <ac:spMk id="11" creationId="{256B2C21-A230-48C0-8DF1-C46611373C44}"/>
          </ac:spMkLst>
        </pc:spChg>
        <pc:spChg chg="add">
          <ac:chgData name="Marcus youngwavy" userId="33438cb5ad7eb8d7" providerId="Windows Live" clId="Web-{A33B63D6-B389-4483-BAE6-F0254C7D73B6}" dt="2024-02-27T16:09:42.407" v="7"/>
          <ac:spMkLst>
            <pc:docMk/>
            <pc:sldMk cId="1963012775" sldId="262"/>
            <ac:spMk id="13" creationId="{3847E18C-932D-4C95-AABA-FEC7C9499AD7}"/>
          </ac:spMkLst>
        </pc:spChg>
        <pc:spChg chg="add">
          <ac:chgData name="Marcus youngwavy" userId="33438cb5ad7eb8d7" providerId="Windows Live" clId="Web-{A33B63D6-B389-4483-BAE6-F0254C7D73B6}" dt="2024-02-27T16:09:42.407" v="7"/>
          <ac:spMkLst>
            <pc:docMk/>
            <pc:sldMk cId="1963012775" sldId="262"/>
            <ac:spMk id="15" creationId="{3150CB11-0C61-439E-910F-5787759E72A0}"/>
          </ac:spMkLst>
        </pc:spChg>
        <pc:spChg chg="add">
          <ac:chgData name="Marcus youngwavy" userId="33438cb5ad7eb8d7" providerId="Windows Live" clId="Web-{A33B63D6-B389-4483-BAE6-F0254C7D73B6}" dt="2024-02-27T16:09:42.407" v="7"/>
          <ac:spMkLst>
            <pc:docMk/>
            <pc:sldMk cId="1963012775" sldId="262"/>
            <ac:spMk id="17" creationId="{43F8A58B-5155-44CE-A5FF-7647B47D0A7A}"/>
          </ac:spMkLst>
        </pc:spChg>
        <pc:spChg chg="add">
          <ac:chgData name="Marcus youngwavy" userId="33438cb5ad7eb8d7" providerId="Windows Live" clId="Web-{A33B63D6-B389-4483-BAE6-F0254C7D73B6}" dt="2024-02-27T16:09:42.407" v="7"/>
          <ac:spMkLst>
            <pc:docMk/>
            <pc:sldMk cId="1963012775" sldId="262"/>
            <ac:spMk id="19" creationId="{443F2ACA-E6D6-4028-82DD-F03C262D5DE6}"/>
          </ac:spMkLst>
        </pc:spChg>
        <pc:graphicFrameChg chg="add">
          <ac:chgData name="Marcus youngwavy" userId="33438cb5ad7eb8d7" providerId="Windows Live" clId="Web-{A33B63D6-B389-4483-BAE6-F0254C7D73B6}" dt="2024-02-27T16:09:42.407" v="7"/>
          <ac:graphicFrameMkLst>
            <pc:docMk/>
            <pc:sldMk cId="1963012775" sldId="262"/>
            <ac:graphicFrameMk id="5" creationId="{6950A481-EFA8-B02D-8204-1E8F00F8772B}"/>
          </ac:graphicFrameMkLst>
        </pc:graphicFrameChg>
      </pc:sldChg>
      <pc:sldChg chg="addSp delSp modSp mod setBg">
        <pc:chgData name="Marcus youngwavy" userId="33438cb5ad7eb8d7" providerId="Windows Live" clId="Web-{A33B63D6-B389-4483-BAE6-F0254C7D73B6}" dt="2024-02-27T16:18:25.258" v="141"/>
        <pc:sldMkLst>
          <pc:docMk/>
          <pc:sldMk cId="2844766145" sldId="263"/>
        </pc:sldMkLst>
        <pc:spChg chg="mod">
          <ac:chgData name="Marcus youngwavy" userId="33438cb5ad7eb8d7" providerId="Windows Live" clId="Web-{A33B63D6-B389-4483-BAE6-F0254C7D73B6}" dt="2024-02-27T16:18:25.258" v="141"/>
          <ac:spMkLst>
            <pc:docMk/>
            <pc:sldMk cId="2844766145" sldId="263"/>
            <ac:spMk id="2" creationId="{DEF9BE38-43ED-18AC-CE54-48055301E71D}"/>
          </ac:spMkLst>
        </pc:spChg>
        <pc:spChg chg="del mod">
          <ac:chgData name="Marcus youngwavy" userId="33438cb5ad7eb8d7" providerId="Windows Live" clId="Web-{A33B63D6-B389-4483-BAE6-F0254C7D73B6}" dt="2024-02-27T16:18:25.258" v="141"/>
          <ac:spMkLst>
            <pc:docMk/>
            <pc:sldMk cId="2844766145" sldId="263"/>
            <ac:spMk id="3" creationId="{A2297A6B-2AAD-A667-745D-4B8746D531DD}"/>
          </ac:spMkLst>
        </pc:spChg>
        <pc:spChg chg="add">
          <ac:chgData name="Marcus youngwavy" userId="33438cb5ad7eb8d7" providerId="Windows Live" clId="Web-{A33B63D6-B389-4483-BAE6-F0254C7D73B6}" dt="2024-02-27T16:18:25.258" v="141"/>
          <ac:spMkLst>
            <pc:docMk/>
            <pc:sldMk cId="2844766145" sldId="263"/>
            <ac:spMk id="9" creationId="{BACC6370-2D7E-4714-9D71-7542949D7D5D}"/>
          </ac:spMkLst>
        </pc:spChg>
        <pc:spChg chg="add">
          <ac:chgData name="Marcus youngwavy" userId="33438cb5ad7eb8d7" providerId="Windows Live" clId="Web-{A33B63D6-B389-4483-BAE6-F0254C7D73B6}" dt="2024-02-27T16:18:25.258" v="141"/>
          <ac:spMkLst>
            <pc:docMk/>
            <pc:sldMk cId="2844766145" sldId="263"/>
            <ac:spMk id="11" creationId="{256B2C21-A230-48C0-8DF1-C46611373C44}"/>
          </ac:spMkLst>
        </pc:spChg>
        <pc:spChg chg="add">
          <ac:chgData name="Marcus youngwavy" userId="33438cb5ad7eb8d7" providerId="Windows Live" clId="Web-{A33B63D6-B389-4483-BAE6-F0254C7D73B6}" dt="2024-02-27T16:18:25.258" v="141"/>
          <ac:spMkLst>
            <pc:docMk/>
            <pc:sldMk cId="2844766145" sldId="263"/>
            <ac:spMk id="13" creationId="{3847E18C-932D-4C95-AABA-FEC7C9499AD7}"/>
          </ac:spMkLst>
        </pc:spChg>
        <pc:spChg chg="add">
          <ac:chgData name="Marcus youngwavy" userId="33438cb5ad7eb8d7" providerId="Windows Live" clId="Web-{A33B63D6-B389-4483-BAE6-F0254C7D73B6}" dt="2024-02-27T16:18:25.258" v="141"/>
          <ac:spMkLst>
            <pc:docMk/>
            <pc:sldMk cId="2844766145" sldId="263"/>
            <ac:spMk id="15" creationId="{3150CB11-0C61-439E-910F-5787759E72A0}"/>
          </ac:spMkLst>
        </pc:spChg>
        <pc:spChg chg="add">
          <ac:chgData name="Marcus youngwavy" userId="33438cb5ad7eb8d7" providerId="Windows Live" clId="Web-{A33B63D6-B389-4483-BAE6-F0254C7D73B6}" dt="2024-02-27T16:18:25.258" v="141"/>
          <ac:spMkLst>
            <pc:docMk/>
            <pc:sldMk cId="2844766145" sldId="263"/>
            <ac:spMk id="17" creationId="{43F8A58B-5155-44CE-A5FF-7647B47D0A7A}"/>
          </ac:spMkLst>
        </pc:spChg>
        <pc:spChg chg="add">
          <ac:chgData name="Marcus youngwavy" userId="33438cb5ad7eb8d7" providerId="Windows Live" clId="Web-{A33B63D6-B389-4483-BAE6-F0254C7D73B6}" dt="2024-02-27T16:18:25.258" v="141"/>
          <ac:spMkLst>
            <pc:docMk/>
            <pc:sldMk cId="2844766145" sldId="263"/>
            <ac:spMk id="19" creationId="{443F2ACA-E6D6-4028-82DD-F03C262D5DE6}"/>
          </ac:spMkLst>
        </pc:spChg>
        <pc:graphicFrameChg chg="add">
          <ac:chgData name="Marcus youngwavy" userId="33438cb5ad7eb8d7" providerId="Windows Live" clId="Web-{A33B63D6-B389-4483-BAE6-F0254C7D73B6}" dt="2024-02-27T16:18:25.258" v="141"/>
          <ac:graphicFrameMkLst>
            <pc:docMk/>
            <pc:sldMk cId="2844766145" sldId="263"/>
            <ac:graphicFrameMk id="5" creationId="{769B827F-978E-D5EB-16A2-7C993106590D}"/>
          </ac:graphicFrameMkLst>
        </pc:graphicFrameChg>
      </pc:sldChg>
      <pc:sldChg chg="addSp delSp modSp mod setBg">
        <pc:chgData name="Marcus youngwavy" userId="33438cb5ad7eb8d7" providerId="Windows Live" clId="Web-{A33B63D6-B389-4483-BAE6-F0254C7D73B6}" dt="2024-02-27T16:40:43.536" v="304"/>
        <pc:sldMkLst>
          <pc:docMk/>
          <pc:sldMk cId="1685294755" sldId="264"/>
        </pc:sldMkLst>
        <pc:spChg chg="mod">
          <ac:chgData name="Marcus youngwavy" userId="33438cb5ad7eb8d7" providerId="Windows Live" clId="Web-{A33B63D6-B389-4483-BAE6-F0254C7D73B6}" dt="2024-02-27T16:40:43.536" v="304"/>
          <ac:spMkLst>
            <pc:docMk/>
            <pc:sldMk cId="1685294755" sldId="264"/>
            <ac:spMk id="2" creationId="{AEB06C2D-B8BE-D1E5-35E8-5807B8E2C247}"/>
          </ac:spMkLst>
        </pc:spChg>
        <pc:spChg chg="del mod">
          <ac:chgData name="Marcus youngwavy" userId="33438cb5ad7eb8d7" providerId="Windows Live" clId="Web-{A33B63D6-B389-4483-BAE6-F0254C7D73B6}" dt="2024-02-27T16:40:43.536" v="304"/>
          <ac:spMkLst>
            <pc:docMk/>
            <pc:sldMk cId="1685294755" sldId="264"/>
            <ac:spMk id="3" creationId="{C42DF60C-0434-A57C-9297-F874ED005D19}"/>
          </ac:spMkLst>
        </pc:spChg>
        <pc:spChg chg="add">
          <ac:chgData name="Marcus youngwavy" userId="33438cb5ad7eb8d7" providerId="Windows Live" clId="Web-{A33B63D6-B389-4483-BAE6-F0254C7D73B6}" dt="2024-02-27T16:40:43.536" v="304"/>
          <ac:spMkLst>
            <pc:docMk/>
            <pc:sldMk cId="1685294755" sldId="264"/>
            <ac:spMk id="9" creationId="{BACC6370-2D7E-4714-9D71-7542949D7D5D}"/>
          </ac:spMkLst>
        </pc:spChg>
        <pc:spChg chg="add">
          <ac:chgData name="Marcus youngwavy" userId="33438cb5ad7eb8d7" providerId="Windows Live" clId="Web-{A33B63D6-B389-4483-BAE6-F0254C7D73B6}" dt="2024-02-27T16:40:43.536" v="304"/>
          <ac:spMkLst>
            <pc:docMk/>
            <pc:sldMk cId="1685294755" sldId="264"/>
            <ac:spMk id="11" creationId="{F68B3F68-107C-434F-AA38-110D5EA91B85}"/>
          </ac:spMkLst>
        </pc:spChg>
        <pc:spChg chg="add">
          <ac:chgData name="Marcus youngwavy" userId="33438cb5ad7eb8d7" providerId="Windows Live" clId="Web-{A33B63D6-B389-4483-BAE6-F0254C7D73B6}" dt="2024-02-27T16:40:43.536" v="304"/>
          <ac:spMkLst>
            <pc:docMk/>
            <pc:sldMk cId="1685294755" sldId="264"/>
            <ac:spMk id="13" creationId="{AAD0DBB9-1A4B-4391-81D4-CB19F9AB918A}"/>
          </ac:spMkLst>
        </pc:spChg>
        <pc:spChg chg="add">
          <ac:chgData name="Marcus youngwavy" userId="33438cb5ad7eb8d7" providerId="Windows Live" clId="Web-{A33B63D6-B389-4483-BAE6-F0254C7D73B6}" dt="2024-02-27T16:40:43.536" v="304"/>
          <ac:spMkLst>
            <pc:docMk/>
            <pc:sldMk cId="1685294755" sldId="264"/>
            <ac:spMk id="15" creationId="{063BBA22-50EA-4C4D-BE05-F1CE4E63AA56}"/>
          </ac:spMkLst>
        </pc:spChg>
        <pc:graphicFrameChg chg="add">
          <ac:chgData name="Marcus youngwavy" userId="33438cb5ad7eb8d7" providerId="Windows Live" clId="Web-{A33B63D6-B389-4483-BAE6-F0254C7D73B6}" dt="2024-02-27T16:40:43.536" v="304"/>
          <ac:graphicFrameMkLst>
            <pc:docMk/>
            <pc:sldMk cId="1685294755" sldId="264"/>
            <ac:graphicFrameMk id="5" creationId="{C7381DB5-A71F-FBB4-884D-1F4C6F1E27D6}"/>
          </ac:graphicFrameMkLst>
        </pc:graphicFrameChg>
      </pc:sldChg>
      <pc:sldChg chg="del">
        <pc:chgData name="Marcus youngwavy" userId="33438cb5ad7eb8d7" providerId="Windows Live" clId="Web-{A33B63D6-B389-4483-BAE6-F0254C7D73B6}" dt="2024-02-27T16:08:17.872" v="0"/>
        <pc:sldMkLst>
          <pc:docMk/>
          <pc:sldMk cId="2539973486" sldId="265"/>
        </pc:sldMkLst>
      </pc:sldChg>
      <pc:sldChg chg="addSp delSp modSp mod setBg">
        <pc:chgData name="Marcus youngwavy" userId="33438cb5ad7eb8d7" providerId="Windows Live" clId="Web-{A33B63D6-B389-4483-BAE6-F0254C7D73B6}" dt="2024-02-27T16:40:23.004" v="303"/>
        <pc:sldMkLst>
          <pc:docMk/>
          <pc:sldMk cId="534952439" sldId="266"/>
        </pc:sldMkLst>
        <pc:spChg chg="mod">
          <ac:chgData name="Marcus youngwavy" userId="33438cb5ad7eb8d7" providerId="Windows Live" clId="Web-{A33B63D6-B389-4483-BAE6-F0254C7D73B6}" dt="2024-02-27T16:40:23.004" v="303"/>
          <ac:spMkLst>
            <pc:docMk/>
            <pc:sldMk cId="534952439" sldId="266"/>
            <ac:spMk id="2" creationId="{696ABC12-C16C-B99A-F595-B46C7A7D78DB}"/>
          </ac:spMkLst>
        </pc:spChg>
        <pc:spChg chg="del mod">
          <ac:chgData name="Marcus youngwavy" userId="33438cb5ad7eb8d7" providerId="Windows Live" clId="Web-{A33B63D6-B389-4483-BAE6-F0254C7D73B6}" dt="2024-02-27T16:40:23.004" v="303"/>
          <ac:spMkLst>
            <pc:docMk/>
            <pc:sldMk cId="534952439" sldId="266"/>
            <ac:spMk id="3" creationId="{D64359C1-C219-FFA6-B451-F62C5DB86C02}"/>
          </ac:spMkLst>
        </pc:spChg>
        <pc:spChg chg="add">
          <ac:chgData name="Marcus youngwavy" userId="33438cb5ad7eb8d7" providerId="Windows Live" clId="Web-{A33B63D6-B389-4483-BAE6-F0254C7D73B6}" dt="2024-02-27T16:40:23.004" v="303"/>
          <ac:spMkLst>
            <pc:docMk/>
            <pc:sldMk cId="534952439" sldId="266"/>
            <ac:spMk id="9" creationId="{BACC6370-2D7E-4714-9D71-7542949D7D5D}"/>
          </ac:spMkLst>
        </pc:spChg>
        <pc:spChg chg="add">
          <ac:chgData name="Marcus youngwavy" userId="33438cb5ad7eb8d7" providerId="Windows Live" clId="Web-{A33B63D6-B389-4483-BAE6-F0254C7D73B6}" dt="2024-02-27T16:40:23.004" v="303"/>
          <ac:spMkLst>
            <pc:docMk/>
            <pc:sldMk cId="534952439" sldId="266"/>
            <ac:spMk id="11" creationId="{F68B3F68-107C-434F-AA38-110D5EA91B85}"/>
          </ac:spMkLst>
        </pc:spChg>
        <pc:spChg chg="add">
          <ac:chgData name="Marcus youngwavy" userId="33438cb5ad7eb8d7" providerId="Windows Live" clId="Web-{A33B63D6-B389-4483-BAE6-F0254C7D73B6}" dt="2024-02-27T16:40:23.004" v="303"/>
          <ac:spMkLst>
            <pc:docMk/>
            <pc:sldMk cId="534952439" sldId="266"/>
            <ac:spMk id="13" creationId="{AAD0DBB9-1A4B-4391-81D4-CB19F9AB918A}"/>
          </ac:spMkLst>
        </pc:spChg>
        <pc:spChg chg="add">
          <ac:chgData name="Marcus youngwavy" userId="33438cb5ad7eb8d7" providerId="Windows Live" clId="Web-{A33B63D6-B389-4483-BAE6-F0254C7D73B6}" dt="2024-02-27T16:40:23.004" v="303"/>
          <ac:spMkLst>
            <pc:docMk/>
            <pc:sldMk cId="534952439" sldId="266"/>
            <ac:spMk id="15" creationId="{063BBA22-50EA-4C4D-BE05-F1CE4E63AA56}"/>
          </ac:spMkLst>
        </pc:spChg>
        <pc:graphicFrameChg chg="add">
          <ac:chgData name="Marcus youngwavy" userId="33438cb5ad7eb8d7" providerId="Windows Live" clId="Web-{A33B63D6-B389-4483-BAE6-F0254C7D73B6}" dt="2024-02-27T16:40:23.004" v="303"/>
          <ac:graphicFrameMkLst>
            <pc:docMk/>
            <pc:sldMk cId="534952439" sldId="266"/>
            <ac:graphicFrameMk id="5" creationId="{CCB506ED-7AEF-C2B8-05BD-7CEFAEC1F581}"/>
          </ac:graphicFrameMkLst>
        </pc:graphicFrame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548997-0F14-45ED-8892-EDCE2B5CFA6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79A316B-1C79-42B1-A20D-92D9A36A3D9A}">
      <dgm:prSet/>
      <dgm:spPr/>
      <dgm:t>
        <a:bodyPr/>
        <a:lstStyle/>
        <a:p>
          <a:r>
            <a:rPr lang="en-US"/>
            <a:t>The Organizational Unit is a container for objects</a:t>
          </a:r>
        </a:p>
      </dgm:t>
    </dgm:pt>
    <dgm:pt modelId="{BC0B78C7-83CA-4273-AE1E-C2FD72DFB636}" type="parTrans" cxnId="{4175FAFB-F63F-46AC-A7D5-D867DB6224CE}">
      <dgm:prSet/>
      <dgm:spPr/>
      <dgm:t>
        <a:bodyPr/>
        <a:lstStyle/>
        <a:p>
          <a:endParaRPr lang="en-US"/>
        </a:p>
      </dgm:t>
    </dgm:pt>
    <dgm:pt modelId="{F5460EF1-349F-4D76-92F9-25FE24396B8E}" type="sibTrans" cxnId="{4175FAFB-F63F-46AC-A7D5-D867DB6224CE}">
      <dgm:prSet/>
      <dgm:spPr/>
      <dgm:t>
        <a:bodyPr/>
        <a:lstStyle/>
        <a:p>
          <a:endParaRPr lang="en-US"/>
        </a:p>
      </dgm:t>
    </dgm:pt>
    <dgm:pt modelId="{228C6D91-0BD4-41F8-8C91-FD907F4FCE7E}">
      <dgm:prSet/>
      <dgm:spPr/>
      <dgm:t>
        <a:bodyPr/>
        <a:lstStyle/>
        <a:p>
          <a:r>
            <a:rPr lang="en-US"/>
            <a:t>All things in the Active Directory are objects</a:t>
          </a:r>
        </a:p>
      </dgm:t>
    </dgm:pt>
    <dgm:pt modelId="{FA3660C9-3DDD-47C5-939A-BB3AFEDFC3AA}" type="parTrans" cxnId="{E788C3D0-5670-466A-ADCB-8E10C327CDF7}">
      <dgm:prSet/>
      <dgm:spPr/>
      <dgm:t>
        <a:bodyPr/>
        <a:lstStyle/>
        <a:p>
          <a:endParaRPr lang="en-US"/>
        </a:p>
      </dgm:t>
    </dgm:pt>
    <dgm:pt modelId="{8D978945-3A9E-4A26-A64A-AF12848C0D42}" type="sibTrans" cxnId="{E788C3D0-5670-466A-ADCB-8E10C327CDF7}">
      <dgm:prSet/>
      <dgm:spPr/>
      <dgm:t>
        <a:bodyPr/>
        <a:lstStyle/>
        <a:p>
          <a:endParaRPr lang="en-US"/>
        </a:p>
      </dgm:t>
    </dgm:pt>
    <dgm:pt modelId="{FA77E1F9-916B-4C0C-AF14-5D2E46E68DAE}">
      <dgm:prSet/>
      <dgm:spPr/>
      <dgm:t>
        <a:bodyPr/>
        <a:lstStyle/>
        <a:p>
          <a:r>
            <a:rPr lang="en-US"/>
            <a:t>A domain is a form of a container, and it is the highest level and a core of a container</a:t>
          </a:r>
        </a:p>
      </dgm:t>
    </dgm:pt>
    <dgm:pt modelId="{23195CF2-F85A-4FC2-BCA7-43EEB938191D}" type="parTrans" cxnId="{109302E2-0097-463B-A35E-FAF6D6791671}">
      <dgm:prSet/>
      <dgm:spPr/>
      <dgm:t>
        <a:bodyPr/>
        <a:lstStyle/>
        <a:p>
          <a:endParaRPr lang="en-US"/>
        </a:p>
      </dgm:t>
    </dgm:pt>
    <dgm:pt modelId="{945E60E8-21E7-480B-A2DF-9D1FF0BA279D}" type="sibTrans" cxnId="{109302E2-0097-463B-A35E-FAF6D6791671}">
      <dgm:prSet/>
      <dgm:spPr/>
      <dgm:t>
        <a:bodyPr/>
        <a:lstStyle/>
        <a:p>
          <a:endParaRPr lang="en-US"/>
        </a:p>
      </dgm:t>
    </dgm:pt>
    <dgm:pt modelId="{D02829D9-A731-4E15-B8C0-2DC70572AF27}">
      <dgm:prSet/>
      <dgm:spPr/>
      <dgm:t>
        <a:bodyPr/>
        <a:lstStyle/>
        <a:p>
          <a:r>
            <a:rPr lang="en-US"/>
            <a:t>There are built in containers in the AD such as users and computers</a:t>
          </a:r>
        </a:p>
      </dgm:t>
    </dgm:pt>
    <dgm:pt modelId="{6CD04111-2F5B-499A-97DD-D271E4B227AA}" type="parTrans" cxnId="{C2D69BFF-A9CC-4FAD-9074-4DF77B2921A0}">
      <dgm:prSet/>
      <dgm:spPr/>
      <dgm:t>
        <a:bodyPr/>
        <a:lstStyle/>
        <a:p>
          <a:endParaRPr lang="en-US"/>
        </a:p>
      </dgm:t>
    </dgm:pt>
    <dgm:pt modelId="{6C5E9420-1008-46CE-9B6D-9307C4CB9896}" type="sibTrans" cxnId="{C2D69BFF-A9CC-4FAD-9074-4DF77B2921A0}">
      <dgm:prSet/>
      <dgm:spPr/>
      <dgm:t>
        <a:bodyPr/>
        <a:lstStyle/>
        <a:p>
          <a:endParaRPr lang="en-US"/>
        </a:p>
      </dgm:t>
    </dgm:pt>
    <dgm:pt modelId="{D36F4873-8D37-46C2-A7DE-A0B7BAF62BDA}" type="pres">
      <dgm:prSet presAssocID="{74548997-0F14-45ED-8892-EDCE2B5CFA63}" presName="linear" presStyleCnt="0">
        <dgm:presLayoutVars>
          <dgm:animLvl val="lvl"/>
          <dgm:resizeHandles val="exact"/>
        </dgm:presLayoutVars>
      </dgm:prSet>
      <dgm:spPr/>
    </dgm:pt>
    <dgm:pt modelId="{F8BAB820-96FB-4C41-8055-46CD3475ABB1}" type="pres">
      <dgm:prSet presAssocID="{B79A316B-1C79-42B1-A20D-92D9A36A3D9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D13885A-6BD2-4E9D-8626-CF79BC673ABB}" type="pres">
      <dgm:prSet presAssocID="{F5460EF1-349F-4D76-92F9-25FE24396B8E}" presName="spacer" presStyleCnt="0"/>
      <dgm:spPr/>
    </dgm:pt>
    <dgm:pt modelId="{81FA36A1-779F-44AA-BA92-3D35446B1E13}" type="pres">
      <dgm:prSet presAssocID="{228C6D91-0BD4-41F8-8C91-FD907F4FCE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23255E-4A88-4206-911F-AEE3F1BA54BF}" type="pres">
      <dgm:prSet presAssocID="{8D978945-3A9E-4A26-A64A-AF12848C0D42}" presName="spacer" presStyleCnt="0"/>
      <dgm:spPr/>
    </dgm:pt>
    <dgm:pt modelId="{CF146A18-85B7-4CAA-8DCF-BD7D19FF1E36}" type="pres">
      <dgm:prSet presAssocID="{FA77E1F9-916B-4C0C-AF14-5D2E46E68DA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2099C73-7551-420E-93E4-F32F21D88353}" type="pres">
      <dgm:prSet presAssocID="{945E60E8-21E7-480B-A2DF-9D1FF0BA279D}" presName="spacer" presStyleCnt="0"/>
      <dgm:spPr/>
    </dgm:pt>
    <dgm:pt modelId="{1C399181-ACA4-4695-B961-3E8D261887F0}" type="pres">
      <dgm:prSet presAssocID="{D02829D9-A731-4E15-B8C0-2DC70572AF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CBD416D-A825-4CA1-AE0C-02B3648D5F94}" type="presOf" srcId="{B79A316B-1C79-42B1-A20D-92D9A36A3D9A}" destId="{F8BAB820-96FB-4C41-8055-46CD3475ABB1}" srcOrd="0" destOrd="0" presId="urn:microsoft.com/office/officeart/2005/8/layout/vList2"/>
    <dgm:cxn modelId="{C6618C77-8098-4ED5-919F-05633149654A}" type="presOf" srcId="{D02829D9-A731-4E15-B8C0-2DC70572AF27}" destId="{1C399181-ACA4-4695-B961-3E8D261887F0}" srcOrd="0" destOrd="0" presId="urn:microsoft.com/office/officeart/2005/8/layout/vList2"/>
    <dgm:cxn modelId="{81F54589-646F-4A1A-8287-D2DA79986067}" type="presOf" srcId="{FA77E1F9-916B-4C0C-AF14-5D2E46E68DAE}" destId="{CF146A18-85B7-4CAA-8DCF-BD7D19FF1E36}" srcOrd="0" destOrd="0" presId="urn:microsoft.com/office/officeart/2005/8/layout/vList2"/>
    <dgm:cxn modelId="{4EE1DFB7-293B-4FC1-94F2-8F40AB2AADCD}" type="presOf" srcId="{74548997-0F14-45ED-8892-EDCE2B5CFA63}" destId="{D36F4873-8D37-46C2-A7DE-A0B7BAF62BDA}" srcOrd="0" destOrd="0" presId="urn:microsoft.com/office/officeart/2005/8/layout/vList2"/>
    <dgm:cxn modelId="{E788C3D0-5670-466A-ADCB-8E10C327CDF7}" srcId="{74548997-0F14-45ED-8892-EDCE2B5CFA63}" destId="{228C6D91-0BD4-41F8-8C91-FD907F4FCE7E}" srcOrd="1" destOrd="0" parTransId="{FA3660C9-3DDD-47C5-939A-BB3AFEDFC3AA}" sibTransId="{8D978945-3A9E-4A26-A64A-AF12848C0D42}"/>
    <dgm:cxn modelId="{109302E2-0097-463B-A35E-FAF6D6791671}" srcId="{74548997-0F14-45ED-8892-EDCE2B5CFA63}" destId="{FA77E1F9-916B-4C0C-AF14-5D2E46E68DAE}" srcOrd="2" destOrd="0" parTransId="{23195CF2-F85A-4FC2-BCA7-43EEB938191D}" sibTransId="{945E60E8-21E7-480B-A2DF-9D1FF0BA279D}"/>
    <dgm:cxn modelId="{3B4A29F8-A35B-4C56-9A1B-5EA88C3EBB17}" type="presOf" srcId="{228C6D91-0BD4-41F8-8C91-FD907F4FCE7E}" destId="{81FA36A1-779F-44AA-BA92-3D35446B1E13}" srcOrd="0" destOrd="0" presId="urn:microsoft.com/office/officeart/2005/8/layout/vList2"/>
    <dgm:cxn modelId="{4175FAFB-F63F-46AC-A7D5-D867DB6224CE}" srcId="{74548997-0F14-45ED-8892-EDCE2B5CFA63}" destId="{B79A316B-1C79-42B1-A20D-92D9A36A3D9A}" srcOrd="0" destOrd="0" parTransId="{BC0B78C7-83CA-4273-AE1E-C2FD72DFB636}" sibTransId="{F5460EF1-349F-4D76-92F9-25FE24396B8E}"/>
    <dgm:cxn modelId="{C2D69BFF-A9CC-4FAD-9074-4DF77B2921A0}" srcId="{74548997-0F14-45ED-8892-EDCE2B5CFA63}" destId="{D02829D9-A731-4E15-B8C0-2DC70572AF27}" srcOrd="3" destOrd="0" parTransId="{6CD04111-2F5B-499A-97DD-D271E4B227AA}" sibTransId="{6C5E9420-1008-46CE-9B6D-9307C4CB9896}"/>
    <dgm:cxn modelId="{0B2E5D02-24AD-400A-937F-72162E56D7CA}" type="presParOf" srcId="{D36F4873-8D37-46C2-A7DE-A0B7BAF62BDA}" destId="{F8BAB820-96FB-4C41-8055-46CD3475ABB1}" srcOrd="0" destOrd="0" presId="urn:microsoft.com/office/officeart/2005/8/layout/vList2"/>
    <dgm:cxn modelId="{F69C0BBF-45BD-46E3-909D-723655385EC1}" type="presParOf" srcId="{D36F4873-8D37-46C2-A7DE-A0B7BAF62BDA}" destId="{FD13885A-6BD2-4E9D-8626-CF79BC673ABB}" srcOrd="1" destOrd="0" presId="urn:microsoft.com/office/officeart/2005/8/layout/vList2"/>
    <dgm:cxn modelId="{71FB5FCA-E986-493C-9EA3-032E94836E0E}" type="presParOf" srcId="{D36F4873-8D37-46C2-A7DE-A0B7BAF62BDA}" destId="{81FA36A1-779F-44AA-BA92-3D35446B1E13}" srcOrd="2" destOrd="0" presId="urn:microsoft.com/office/officeart/2005/8/layout/vList2"/>
    <dgm:cxn modelId="{803CBA47-07B6-47CE-9C04-AAE0AC12AAAC}" type="presParOf" srcId="{D36F4873-8D37-46C2-A7DE-A0B7BAF62BDA}" destId="{E823255E-4A88-4206-911F-AEE3F1BA54BF}" srcOrd="3" destOrd="0" presId="urn:microsoft.com/office/officeart/2005/8/layout/vList2"/>
    <dgm:cxn modelId="{39D8E8AE-8059-4CC6-B270-B93F8C26ADCE}" type="presParOf" srcId="{D36F4873-8D37-46C2-A7DE-A0B7BAF62BDA}" destId="{CF146A18-85B7-4CAA-8DCF-BD7D19FF1E36}" srcOrd="4" destOrd="0" presId="urn:microsoft.com/office/officeart/2005/8/layout/vList2"/>
    <dgm:cxn modelId="{CF54731A-2105-471E-850D-FDBB286CE5A9}" type="presParOf" srcId="{D36F4873-8D37-46C2-A7DE-A0B7BAF62BDA}" destId="{F2099C73-7551-420E-93E4-F32F21D88353}" srcOrd="5" destOrd="0" presId="urn:microsoft.com/office/officeart/2005/8/layout/vList2"/>
    <dgm:cxn modelId="{304B1C2F-0204-4DF8-8E47-D535FA257D3C}" type="presParOf" srcId="{D36F4873-8D37-46C2-A7DE-A0B7BAF62BDA}" destId="{1C399181-ACA4-4695-B961-3E8D261887F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6D55FA-17DF-42C7-A725-EBAC51BE572A}" type="doc">
      <dgm:prSet loTypeId="urn:microsoft.com/office/officeart/2005/8/layout/arrow5" loCatId="relationship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C34CBA2-A265-4C69-B5BD-B6A2734CD133}">
      <dgm:prSet/>
      <dgm:spPr/>
      <dgm:t>
        <a:bodyPr/>
        <a:lstStyle/>
        <a:p>
          <a:r>
            <a:rPr lang="en-US"/>
            <a:t>The group policies are used to keep control over the network environment</a:t>
          </a:r>
        </a:p>
      </dgm:t>
    </dgm:pt>
    <dgm:pt modelId="{3191DD9B-234F-4BD5-A990-B9430AEF93D8}" type="parTrans" cxnId="{71EC4BFE-4E4F-4B61-BCE9-801E4482FA1B}">
      <dgm:prSet/>
      <dgm:spPr/>
      <dgm:t>
        <a:bodyPr/>
        <a:lstStyle/>
        <a:p>
          <a:endParaRPr lang="en-US"/>
        </a:p>
      </dgm:t>
    </dgm:pt>
    <dgm:pt modelId="{A90C8762-461E-4E73-B20E-8C1EBFD738AF}" type="sibTrans" cxnId="{71EC4BFE-4E4F-4B61-BCE9-801E4482FA1B}">
      <dgm:prSet/>
      <dgm:spPr/>
      <dgm:t>
        <a:bodyPr/>
        <a:lstStyle/>
        <a:p>
          <a:endParaRPr lang="en-US"/>
        </a:p>
      </dgm:t>
    </dgm:pt>
    <dgm:pt modelId="{9D82E036-E095-47D9-974A-49884DFD894C}">
      <dgm:prSet/>
      <dgm:spPr/>
      <dgm:t>
        <a:bodyPr/>
        <a:lstStyle/>
        <a:p>
          <a:r>
            <a:rPr lang="en-US"/>
            <a:t>The group policies are applied at different levels in the Active Directory hierarchy with one of the levels being the organizational Unit level</a:t>
          </a:r>
        </a:p>
      </dgm:t>
    </dgm:pt>
    <dgm:pt modelId="{D1C271ED-16ED-496B-AAE4-6C9BA00C5EAB}" type="parTrans" cxnId="{D0E98C17-F2BA-489B-8A6E-712254E26131}">
      <dgm:prSet/>
      <dgm:spPr/>
      <dgm:t>
        <a:bodyPr/>
        <a:lstStyle/>
        <a:p>
          <a:endParaRPr lang="en-US"/>
        </a:p>
      </dgm:t>
    </dgm:pt>
    <dgm:pt modelId="{EE9593BD-49FC-46BB-BF71-2423265B4938}" type="sibTrans" cxnId="{D0E98C17-F2BA-489B-8A6E-712254E26131}">
      <dgm:prSet/>
      <dgm:spPr/>
      <dgm:t>
        <a:bodyPr/>
        <a:lstStyle/>
        <a:p>
          <a:endParaRPr lang="en-US"/>
        </a:p>
      </dgm:t>
    </dgm:pt>
    <dgm:pt modelId="{6142332A-5557-4053-95A9-B4E55F0256BD}" type="pres">
      <dgm:prSet presAssocID="{2D6D55FA-17DF-42C7-A725-EBAC51BE572A}" presName="diagram" presStyleCnt="0">
        <dgm:presLayoutVars>
          <dgm:dir/>
          <dgm:resizeHandles val="exact"/>
        </dgm:presLayoutVars>
      </dgm:prSet>
      <dgm:spPr/>
    </dgm:pt>
    <dgm:pt modelId="{73C35CA0-88F4-4DE2-A177-73FBC893BF1C}" type="pres">
      <dgm:prSet presAssocID="{9C34CBA2-A265-4C69-B5BD-B6A2734CD133}" presName="arrow" presStyleLbl="node1" presStyleIdx="0" presStyleCnt="2">
        <dgm:presLayoutVars>
          <dgm:bulletEnabled val="1"/>
        </dgm:presLayoutVars>
      </dgm:prSet>
      <dgm:spPr/>
    </dgm:pt>
    <dgm:pt modelId="{153507CD-B475-4381-B033-74F96474A4CB}" type="pres">
      <dgm:prSet presAssocID="{9D82E036-E095-47D9-974A-49884DFD894C}" presName="arrow" presStyleLbl="node1" presStyleIdx="1" presStyleCnt="2">
        <dgm:presLayoutVars>
          <dgm:bulletEnabled val="1"/>
        </dgm:presLayoutVars>
      </dgm:prSet>
      <dgm:spPr/>
    </dgm:pt>
  </dgm:ptLst>
  <dgm:cxnLst>
    <dgm:cxn modelId="{D0E98C17-F2BA-489B-8A6E-712254E26131}" srcId="{2D6D55FA-17DF-42C7-A725-EBAC51BE572A}" destId="{9D82E036-E095-47D9-974A-49884DFD894C}" srcOrd="1" destOrd="0" parTransId="{D1C271ED-16ED-496B-AAE4-6C9BA00C5EAB}" sibTransId="{EE9593BD-49FC-46BB-BF71-2423265B4938}"/>
    <dgm:cxn modelId="{2839008D-E3E6-45BD-B6F8-CB6DCAD9A2DA}" type="presOf" srcId="{2D6D55FA-17DF-42C7-A725-EBAC51BE572A}" destId="{6142332A-5557-4053-95A9-B4E55F0256BD}" srcOrd="0" destOrd="0" presId="urn:microsoft.com/office/officeart/2005/8/layout/arrow5"/>
    <dgm:cxn modelId="{5AAB1DC5-C5BB-4EFA-AAA5-AA69CBAA8D87}" type="presOf" srcId="{9D82E036-E095-47D9-974A-49884DFD894C}" destId="{153507CD-B475-4381-B033-74F96474A4CB}" srcOrd="0" destOrd="0" presId="urn:microsoft.com/office/officeart/2005/8/layout/arrow5"/>
    <dgm:cxn modelId="{D1539AF5-335D-4A5B-81B7-C7E12A944556}" type="presOf" srcId="{9C34CBA2-A265-4C69-B5BD-B6A2734CD133}" destId="{73C35CA0-88F4-4DE2-A177-73FBC893BF1C}" srcOrd="0" destOrd="0" presId="urn:microsoft.com/office/officeart/2005/8/layout/arrow5"/>
    <dgm:cxn modelId="{71EC4BFE-4E4F-4B61-BCE9-801E4482FA1B}" srcId="{2D6D55FA-17DF-42C7-A725-EBAC51BE572A}" destId="{9C34CBA2-A265-4C69-B5BD-B6A2734CD133}" srcOrd="0" destOrd="0" parTransId="{3191DD9B-234F-4BD5-A990-B9430AEF93D8}" sibTransId="{A90C8762-461E-4E73-B20E-8C1EBFD738AF}"/>
    <dgm:cxn modelId="{09B91D49-97CE-4F07-873B-525D61F368E6}" type="presParOf" srcId="{6142332A-5557-4053-95A9-B4E55F0256BD}" destId="{73C35CA0-88F4-4DE2-A177-73FBC893BF1C}" srcOrd="0" destOrd="0" presId="urn:microsoft.com/office/officeart/2005/8/layout/arrow5"/>
    <dgm:cxn modelId="{F5FA254D-39FC-43DA-A610-AD6553BFAC97}" type="presParOf" srcId="{6142332A-5557-4053-95A9-B4E55F0256BD}" destId="{153507CD-B475-4381-B033-74F96474A4CB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DB8BFE-BC86-4272-86B2-9D6895A3B73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41DC675-E57C-4E16-8EC0-07C31C149395}">
      <dgm:prSet/>
      <dgm:spPr/>
      <dgm:t>
        <a:bodyPr/>
        <a:lstStyle/>
        <a:p>
          <a:r>
            <a:rPr lang="en-US"/>
            <a:t>You should look into the company to see how they operate</a:t>
          </a:r>
        </a:p>
      </dgm:t>
    </dgm:pt>
    <dgm:pt modelId="{D5E7590D-6814-4771-865B-7B0E1418A601}" type="parTrans" cxnId="{99258642-6EB8-4677-A896-53C0860B9D3B}">
      <dgm:prSet/>
      <dgm:spPr/>
      <dgm:t>
        <a:bodyPr/>
        <a:lstStyle/>
        <a:p>
          <a:endParaRPr lang="en-US"/>
        </a:p>
      </dgm:t>
    </dgm:pt>
    <dgm:pt modelId="{8CEDFD14-3D29-47C0-ABB0-8753E8AEC112}" type="sibTrans" cxnId="{99258642-6EB8-4677-A896-53C0860B9D3B}">
      <dgm:prSet/>
      <dgm:spPr/>
      <dgm:t>
        <a:bodyPr/>
        <a:lstStyle/>
        <a:p>
          <a:endParaRPr lang="en-US"/>
        </a:p>
      </dgm:t>
    </dgm:pt>
    <dgm:pt modelId="{12FE3860-B0BA-4ACF-ABCA-34C53943214A}">
      <dgm:prSet/>
      <dgm:spPr/>
      <dgm:t>
        <a:bodyPr/>
        <a:lstStyle/>
        <a:p>
          <a:r>
            <a:rPr lang="en-US"/>
            <a:t>Where they operate</a:t>
          </a:r>
        </a:p>
      </dgm:t>
    </dgm:pt>
    <dgm:pt modelId="{178DE495-D736-402D-BBCF-2EAE5B73109F}" type="parTrans" cxnId="{F002C6A9-C9D6-4A38-AF81-8275125D8F75}">
      <dgm:prSet/>
      <dgm:spPr/>
      <dgm:t>
        <a:bodyPr/>
        <a:lstStyle/>
        <a:p>
          <a:endParaRPr lang="en-US"/>
        </a:p>
      </dgm:t>
    </dgm:pt>
    <dgm:pt modelId="{604B505F-582C-4C3F-A344-1D3EC313A987}" type="sibTrans" cxnId="{F002C6A9-C9D6-4A38-AF81-8275125D8F75}">
      <dgm:prSet/>
      <dgm:spPr/>
      <dgm:t>
        <a:bodyPr/>
        <a:lstStyle/>
        <a:p>
          <a:endParaRPr lang="en-US"/>
        </a:p>
      </dgm:t>
    </dgm:pt>
    <dgm:pt modelId="{E01C1D86-DCE7-40AE-BDBF-61A55D90E299}">
      <dgm:prSet/>
      <dgm:spPr/>
      <dgm:t>
        <a:bodyPr/>
        <a:lstStyle/>
        <a:p>
          <a:r>
            <a:rPr lang="en-US"/>
            <a:t>How many departments are being operated</a:t>
          </a:r>
        </a:p>
      </dgm:t>
    </dgm:pt>
    <dgm:pt modelId="{B5AC5F11-B881-44B0-AF73-98E3C8E39D5E}" type="parTrans" cxnId="{5B2A747C-C34B-4B34-9B73-0B76352C6C43}">
      <dgm:prSet/>
      <dgm:spPr/>
      <dgm:t>
        <a:bodyPr/>
        <a:lstStyle/>
        <a:p>
          <a:endParaRPr lang="en-US"/>
        </a:p>
      </dgm:t>
    </dgm:pt>
    <dgm:pt modelId="{8565E1AE-02E7-4F17-8189-1C672D04D976}" type="sibTrans" cxnId="{5B2A747C-C34B-4B34-9B73-0B76352C6C43}">
      <dgm:prSet/>
      <dgm:spPr/>
      <dgm:t>
        <a:bodyPr/>
        <a:lstStyle/>
        <a:p>
          <a:endParaRPr lang="en-US"/>
        </a:p>
      </dgm:t>
    </dgm:pt>
    <dgm:pt modelId="{E103F45D-19FF-4124-AB46-CC8E616554C0}">
      <dgm:prSet/>
      <dgm:spPr/>
      <dgm:t>
        <a:bodyPr/>
        <a:lstStyle/>
        <a:p>
          <a:r>
            <a:rPr lang="en-US"/>
            <a:t>The people in those department who of them need higher permission roles to conduct their jobs</a:t>
          </a:r>
        </a:p>
      </dgm:t>
    </dgm:pt>
    <dgm:pt modelId="{ABACC95E-FC2E-4EA5-BA99-A86D29757566}" type="parTrans" cxnId="{47F609BA-C13A-4194-9CDD-5E0193FED397}">
      <dgm:prSet/>
      <dgm:spPr/>
      <dgm:t>
        <a:bodyPr/>
        <a:lstStyle/>
        <a:p>
          <a:endParaRPr lang="en-US"/>
        </a:p>
      </dgm:t>
    </dgm:pt>
    <dgm:pt modelId="{2035B735-7639-499C-814A-C555032D60C3}" type="sibTrans" cxnId="{47F609BA-C13A-4194-9CDD-5E0193FED397}">
      <dgm:prSet/>
      <dgm:spPr/>
      <dgm:t>
        <a:bodyPr/>
        <a:lstStyle/>
        <a:p>
          <a:endParaRPr lang="en-US"/>
        </a:p>
      </dgm:t>
    </dgm:pt>
    <dgm:pt modelId="{8029035B-3C6C-482E-B367-BBDD82F757BE}" type="pres">
      <dgm:prSet presAssocID="{CEDB8BFE-BC86-4272-86B2-9D6895A3B735}" presName="linear" presStyleCnt="0">
        <dgm:presLayoutVars>
          <dgm:animLvl val="lvl"/>
          <dgm:resizeHandles val="exact"/>
        </dgm:presLayoutVars>
      </dgm:prSet>
      <dgm:spPr/>
    </dgm:pt>
    <dgm:pt modelId="{62AC11CC-A573-4460-B312-FDEFC476C42F}" type="pres">
      <dgm:prSet presAssocID="{841DC675-E57C-4E16-8EC0-07C31C1493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C3BCBF-6180-4530-B061-C5CCDEE5D0B2}" type="pres">
      <dgm:prSet presAssocID="{8CEDFD14-3D29-47C0-ABB0-8753E8AEC112}" presName="spacer" presStyleCnt="0"/>
      <dgm:spPr/>
    </dgm:pt>
    <dgm:pt modelId="{BFA5B4BB-081F-4226-B31B-597AF347498F}" type="pres">
      <dgm:prSet presAssocID="{12FE3860-B0BA-4ACF-ABCA-34C53943214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0C397B-9D5B-4B9B-9655-86F5D609792F}" type="pres">
      <dgm:prSet presAssocID="{604B505F-582C-4C3F-A344-1D3EC313A987}" presName="spacer" presStyleCnt="0"/>
      <dgm:spPr/>
    </dgm:pt>
    <dgm:pt modelId="{FC23A858-9087-4BB0-B11B-E25789925B1A}" type="pres">
      <dgm:prSet presAssocID="{E01C1D86-DCE7-40AE-BDBF-61A55D90E2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54A3774-7C3C-45D1-9D7C-C29CAC5340DF}" type="pres">
      <dgm:prSet presAssocID="{8565E1AE-02E7-4F17-8189-1C672D04D976}" presName="spacer" presStyleCnt="0"/>
      <dgm:spPr/>
    </dgm:pt>
    <dgm:pt modelId="{4C3D2C58-7CAE-4240-85BA-5062530EE71F}" type="pres">
      <dgm:prSet presAssocID="{E103F45D-19FF-4124-AB46-CC8E616554C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4C45408-9D34-4EB4-86B2-BC95F28B5DB7}" type="presOf" srcId="{E103F45D-19FF-4124-AB46-CC8E616554C0}" destId="{4C3D2C58-7CAE-4240-85BA-5062530EE71F}" srcOrd="0" destOrd="0" presId="urn:microsoft.com/office/officeart/2005/8/layout/vList2"/>
    <dgm:cxn modelId="{DFBD951D-5A01-4FE1-A36C-F87DB8DF94EE}" type="presOf" srcId="{E01C1D86-DCE7-40AE-BDBF-61A55D90E299}" destId="{FC23A858-9087-4BB0-B11B-E25789925B1A}" srcOrd="0" destOrd="0" presId="urn:microsoft.com/office/officeart/2005/8/layout/vList2"/>
    <dgm:cxn modelId="{403F5E27-A0FB-4B0D-9799-48BE9830A44C}" type="presOf" srcId="{CEDB8BFE-BC86-4272-86B2-9D6895A3B735}" destId="{8029035B-3C6C-482E-B367-BBDD82F757BE}" srcOrd="0" destOrd="0" presId="urn:microsoft.com/office/officeart/2005/8/layout/vList2"/>
    <dgm:cxn modelId="{99258642-6EB8-4677-A896-53C0860B9D3B}" srcId="{CEDB8BFE-BC86-4272-86B2-9D6895A3B735}" destId="{841DC675-E57C-4E16-8EC0-07C31C149395}" srcOrd="0" destOrd="0" parTransId="{D5E7590D-6814-4771-865B-7B0E1418A601}" sibTransId="{8CEDFD14-3D29-47C0-ABB0-8753E8AEC112}"/>
    <dgm:cxn modelId="{5B2A747C-C34B-4B34-9B73-0B76352C6C43}" srcId="{CEDB8BFE-BC86-4272-86B2-9D6895A3B735}" destId="{E01C1D86-DCE7-40AE-BDBF-61A55D90E299}" srcOrd="2" destOrd="0" parTransId="{B5AC5F11-B881-44B0-AF73-98E3C8E39D5E}" sibTransId="{8565E1AE-02E7-4F17-8189-1C672D04D976}"/>
    <dgm:cxn modelId="{73840284-9704-4B4D-95D5-1E482BC93AAF}" type="presOf" srcId="{841DC675-E57C-4E16-8EC0-07C31C149395}" destId="{62AC11CC-A573-4460-B312-FDEFC476C42F}" srcOrd="0" destOrd="0" presId="urn:microsoft.com/office/officeart/2005/8/layout/vList2"/>
    <dgm:cxn modelId="{F002C6A9-C9D6-4A38-AF81-8275125D8F75}" srcId="{CEDB8BFE-BC86-4272-86B2-9D6895A3B735}" destId="{12FE3860-B0BA-4ACF-ABCA-34C53943214A}" srcOrd="1" destOrd="0" parTransId="{178DE495-D736-402D-BBCF-2EAE5B73109F}" sibTransId="{604B505F-582C-4C3F-A344-1D3EC313A987}"/>
    <dgm:cxn modelId="{47F609BA-C13A-4194-9CDD-5E0193FED397}" srcId="{CEDB8BFE-BC86-4272-86B2-9D6895A3B735}" destId="{E103F45D-19FF-4124-AB46-CC8E616554C0}" srcOrd="3" destOrd="0" parTransId="{ABACC95E-FC2E-4EA5-BA99-A86D29757566}" sibTransId="{2035B735-7639-499C-814A-C555032D60C3}"/>
    <dgm:cxn modelId="{1B502FFB-9987-4453-B46C-41583C41EA36}" type="presOf" srcId="{12FE3860-B0BA-4ACF-ABCA-34C53943214A}" destId="{BFA5B4BB-081F-4226-B31B-597AF347498F}" srcOrd="0" destOrd="0" presId="urn:microsoft.com/office/officeart/2005/8/layout/vList2"/>
    <dgm:cxn modelId="{CF76542B-D874-4F06-A06C-086DF64A4129}" type="presParOf" srcId="{8029035B-3C6C-482E-B367-BBDD82F757BE}" destId="{62AC11CC-A573-4460-B312-FDEFC476C42F}" srcOrd="0" destOrd="0" presId="urn:microsoft.com/office/officeart/2005/8/layout/vList2"/>
    <dgm:cxn modelId="{BD9DBD51-CE82-4A6B-8AB5-5206DC0576F0}" type="presParOf" srcId="{8029035B-3C6C-482E-B367-BBDD82F757BE}" destId="{D4C3BCBF-6180-4530-B061-C5CCDEE5D0B2}" srcOrd="1" destOrd="0" presId="urn:microsoft.com/office/officeart/2005/8/layout/vList2"/>
    <dgm:cxn modelId="{07EB5966-A40B-4C1D-BE41-4B3796877C65}" type="presParOf" srcId="{8029035B-3C6C-482E-B367-BBDD82F757BE}" destId="{BFA5B4BB-081F-4226-B31B-597AF347498F}" srcOrd="2" destOrd="0" presId="urn:microsoft.com/office/officeart/2005/8/layout/vList2"/>
    <dgm:cxn modelId="{9ABE577F-87B7-4945-8DA8-4B611B7F4417}" type="presParOf" srcId="{8029035B-3C6C-482E-B367-BBDD82F757BE}" destId="{4A0C397B-9D5B-4B9B-9655-86F5D609792F}" srcOrd="3" destOrd="0" presId="urn:microsoft.com/office/officeart/2005/8/layout/vList2"/>
    <dgm:cxn modelId="{92DF9991-7715-4656-B177-7E79ED18086C}" type="presParOf" srcId="{8029035B-3C6C-482E-B367-BBDD82F757BE}" destId="{FC23A858-9087-4BB0-B11B-E25789925B1A}" srcOrd="4" destOrd="0" presId="urn:microsoft.com/office/officeart/2005/8/layout/vList2"/>
    <dgm:cxn modelId="{2A7251E2-8839-4624-ACBE-AFC4051788BA}" type="presParOf" srcId="{8029035B-3C6C-482E-B367-BBDD82F757BE}" destId="{354A3774-7C3C-45D1-9D7C-C29CAC5340DF}" srcOrd="5" destOrd="0" presId="urn:microsoft.com/office/officeart/2005/8/layout/vList2"/>
    <dgm:cxn modelId="{71CC8A61-6D3D-4FD9-8C7B-AB69DA17EA1D}" type="presParOf" srcId="{8029035B-3C6C-482E-B367-BBDD82F757BE}" destId="{4C3D2C58-7CAE-4240-85BA-5062530EE7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3AD9C3-6C2A-4763-8FAC-0BD4125C83C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56D4CDB-FF32-486B-B965-48BFA4E13CC5}">
      <dgm:prSet/>
      <dgm:spPr/>
      <dgm:t>
        <a:bodyPr/>
        <a:lstStyle/>
        <a:p>
          <a:r>
            <a:rPr lang="en-US"/>
            <a:t>Say we are talking about McDonalds with corporations everywhere, we would split the states into their own OU</a:t>
          </a:r>
        </a:p>
      </dgm:t>
    </dgm:pt>
    <dgm:pt modelId="{BBF62B3A-44BC-488E-B5A9-F9E4A7CE9AFB}" type="parTrans" cxnId="{AF667B69-A19F-4A62-9E69-7C21B3317F74}">
      <dgm:prSet/>
      <dgm:spPr/>
      <dgm:t>
        <a:bodyPr/>
        <a:lstStyle/>
        <a:p>
          <a:endParaRPr lang="en-US"/>
        </a:p>
      </dgm:t>
    </dgm:pt>
    <dgm:pt modelId="{873CFEA6-E443-489C-80F9-FDB63744E20A}" type="sibTrans" cxnId="{AF667B69-A19F-4A62-9E69-7C21B3317F74}">
      <dgm:prSet/>
      <dgm:spPr/>
      <dgm:t>
        <a:bodyPr/>
        <a:lstStyle/>
        <a:p>
          <a:endParaRPr lang="en-US"/>
        </a:p>
      </dgm:t>
    </dgm:pt>
    <dgm:pt modelId="{BD7A2812-0F97-4A5F-8482-980AF95709E4}">
      <dgm:prSet/>
      <dgm:spPr/>
      <dgm:t>
        <a:bodyPr/>
        <a:lstStyle/>
        <a:p>
          <a:r>
            <a:rPr lang="en-US"/>
            <a:t>So we put Maryland, Virgina, and DC into their own place</a:t>
          </a:r>
        </a:p>
      </dgm:t>
    </dgm:pt>
    <dgm:pt modelId="{1BABA8BD-F535-4399-9255-E46537A6AACD}" type="parTrans" cxnId="{8EF0D9BB-C985-4104-8851-D26CFE030620}">
      <dgm:prSet/>
      <dgm:spPr/>
      <dgm:t>
        <a:bodyPr/>
        <a:lstStyle/>
        <a:p>
          <a:endParaRPr lang="en-US"/>
        </a:p>
      </dgm:t>
    </dgm:pt>
    <dgm:pt modelId="{08931540-1F2C-42A5-A7A1-7470636235A7}" type="sibTrans" cxnId="{8EF0D9BB-C985-4104-8851-D26CFE030620}">
      <dgm:prSet/>
      <dgm:spPr/>
      <dgm:t>
        <a:bodyPr/>
        <a:lstStyle/>
        <a:p>
          <a:endParaRPr lang="en-US"/>
        </a:p>
      </dgm:t>
    </dgm:pt>
    <dgm:pt modelId="{0851A0BD-7772-45A9-9210-56F16B64EB67}" type="pres">
      <dgm:prSet presAssocID="{543AD9C3-6C2A-4763-8FAC-0BD4125C83C9}" presName="linear" presStyleCnt="0">
        <dgm:presLayoutVars>
          <dgm:animLvl val="lvl"/>
          <dgm:resizeHandles val="exact"/>
        </dgm:presLayoutVars>
      </dgm:prSet>
      <dgm:spPr/>
    </dgm:pt>
    <dgm:pt modelId="{514472B9-272F-478A-9BA1-1BF292BABFB2}" type="pres">
      <dgm:prSet presAssocID="{D56D4CDB-FF32-486B-B965-48BFA4E13CC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C54F4AE-2A37-4479-9C9E-E83A65CE52E0}" type="pres">
      <dgm:prSet presAssocID="{873CFEA6-E443-489C-80F9-FDB63744E20A}" presName="spacer" presStyleCnt="0"/>
      <dgm:spPr/>
    </dgm:pt>
    <dgm:pt modelId="{3D12C8F9-75DB-4AEB-ACEA-C62F78F382A0}" type="pres">
      <dgm:prSet presAssocID="{BD7A2812-0F97-4A5F-8482-980AF95709E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F667B69-A19F-4A62-9E69-7C21B3317F74}" srcId="{543AD9C3-6C2A-4763-8FAC-0BD4125C83C9}" destId="{D56D4CDB-FF32-486B-B965-48BFA4E13CC5}" srcOrd="0" destOrd="0" parTransId="{BBF62B3A-44BC-488E-B5A9-F9E4A7CE9AFB}" sibTransId="{873CFEA6-E443-489C-80F9-FDB63744E20A}"/>
    <dgm:cxn modelId="{8F8C3D51-1935-4438-8F94-31347FFFCF4C}" type="presOf" srcId="{BD7A2812-0F97-4A5F-8482-980AF95709E4}" destId="{3D12C8F9-75DB-4AEB-ACEA-C62F78F382A0}" srcOrd="0" destOrd="0" presId="urn:microsoft.com/office/officeart/2005/8/layout/vList2"/>
    <dgm:cxn modelId="{B3CA6676-3A8B-4B03-BCD1-06511BF7B74E}" type="presOf" srcId="{D56D4CDB-FF32-486B-B965-48BFA4E13CC5}" destId="{514472B9-272F-478A-9BA1-1BF292BABFB2}" srcOrd="0" destOrd="0" presId="urn:microsoft.com/office/officeart/2005/8/layout/vList2"/>
    <dgm:cxn modelId="{8EF0D9BB-C985-4104-8851-D26CFE030620}" srcId="{543AD9C3-6C2A-4763-8FAC-0BD4125C83C9}" destId="{BD7A2812-0F97-4A5F-8482-980AF95709E4}" srcOrd="1" destOrd="0" parTransId="{1BABA8BD-F535-4399-9255-E46537A6AACD}" sibTransId="{08931540-1F2C-42A5-A7A1-7470636235A7}"/>
    <dgm:cxn modelId="{E0852ADF-46A8-4B28-B4A2-59C2318FE1CE}" type="presOf" srcId="{543AD9C3-6C2A-4763-8FAC-0BD4125C83C9}" destId="{0851A0BD-7772-45A9-9210-56F16B64EB67}" srcOrd="0" destOrd="0" presId="urn:microsoft.com/office/officeart/2005/8/layout/vList2"/>
    <dgm:cxn modelId="{7212480F-72B1-4BB7-A2AA-ADCDE645E975}" type="presParOf" srcId="{0851A0BD-7772-45A9-9210-56F16B64EB67}" destId="{514472B9-272F-478A-9BA1-1BF292BABFB2}" srcOrd="0" destOrd="0" presId="urn:microsoft.com/office/officeart/2005/8/layout/vList2"/>
    <dgm:cxn modelId="{6A4879C3-2384-46D6-AA2D-1B16C2B44309}" type="presParOf" srcId="{0851A0BD-7772-45A9-9210-56F16B64EB67}" destId="{1C54F4AE-2A37-4479-9C9E-E83A65CE52E0}" srcOrd="1" destOrd="0" presId="urn:microsoft.com/office/officeart/2005/8/layout/vList2"/>
    <dgm:cxn modelId="{302FE136-1CEF-4A24-A7F1-9D56971BE759}" type="presParOf" srcId="{0851A0BD-7772-45A9-9210-56F16B64EB67}" destId="{3D12C8F9-75DB-4AEB-ACEA-C62F78F382A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B9B9336-4387-42FA-B971-B98C0D7457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FD2A1786-5C33-4AF2-A8FB-9B4B2C57BEE4}">
      <dgm:prSet/>
      <dgm:spPr/>
      <dgm:t>
        <a:bodyPr/>
        <a:lstStyle/>
        <a:p>
          <a:pPr>
            <a:defRPr cap="all"/>
          </a:pPr>
          <a:r>
            <a:rPr lang="en-US"/>
            <a:t>We split part time</a:t>
          </a:r>
        </a:p>
      </dgm:t>
    </dgm:pt>
    <dgm:pt modelId="{0A09A963-BAF7-46A1-90B6-D497326D598B}" type="parTrans" cxnId="{F2720A09-08E9-4985-B19B-3345258B6964}">
      <dgm:prSet/>
      <dgm:spPr/>
      <dgm:t>
        <a:bodyPr/>
        <a:lstStyle/>
        <a:p>
          <a:endParaRPr lang="en-US"/>
        </a:p>
      </dgm:t>
    </dgm:pt>
    <dgm:pt modelId="{DA749CE8-2BFA-443F-A1F2-93DD19586AA8}" type="sibTrans" cxnId="{F2720A09-08E9-4985-B19B-3345258B6964}">
      <dgm:prSet/>
      <dgm:spPr/>
      <dgm:t>
        <a:bodyPr/>
        <a:lstStyle/>
        <a:p>
          <a:endParaRPr lang="en-US"/>
        </a:p>
      </dgm:t>
    </dgm:pt>
    <dgm:pt modelId="{614FFBE4-D05D-45C2-9B6C-2F17B2B01FFC}">
      <dgm:prSet/>
      <dgm:spPr/>
      <dgm:t>
        <a:bodyPr/>
        <a:lstStyle/>
        <a:p>
          <a:pPr>
            <a:defRPr cap="all"/>
          </a:pPr>
          <a:r>
            <a:rPr lang="en-US"/>
            <a:t>Full time </a:t>
          </a:r>
        </a:p>
      </dgm:t>
    </dgm:pt>
    <dgm:pt modelId="{CEBCE281-ACE2-4326-B1FD-B04DB7BED08D}" type="parTrans" cxnId="{677F04CC-EB5C-4CC6-870E-5AE872083E0F}">
      <dgm:prSet/>
      <dgm:spPr/>
      <dgm:t>
        <a:bodyPr/>
        <a:lstStyle/>
        <a:p>
          <a:endParaRPr lang="en-US"/>
        </a:p>
      </dgm:t>
    </dgm:pt>
    <dgm:pt modelId="{771A1FB9-5D91-4968-9886-2F8E73B6576C}" type="sibTrans" cxnId="{677F04CC-EB5C-4CC6-870E-5AE872083E0F}">
      <dgm:prSet/>
      <dgm:spPr/>
      <dgm:t>
        <a:bodyPr/>
        <a:lstStyle/>
        <a:p>
          <a:endParaRPr lang="en-US"/>
        </a:p>
      </dgm:t>
    </dgm:pt>
    <dgm:pt modelId="{66287271-8AD4-4B6D-A663-23DBE7BCCE09}">
      <dgm:prSet/>
      <dgm:spPr/>
      <dgm:t>
        <a:bodyPr/>
        <a:lstStyle/>
        <a:p>
          <a:pPr>
            <a:defRPr cap="all"/>
          </a:pPr>
          <a:r>
            <a:rPr lang="en-US"/>
            <a:t>Contractors</a:t>
          </a:r>
        </a:p>
      </dgm:t>
    </dgm:pt>
    <dgm:pt modelId="{1BB19F0C-8AF6-4BCC-9C9C-DB47AD9587DD}" type="parTrans" cxnId="{20B11B6C-579D-4225-8E6C-3E90C220A0A7}">
      <dgm:prSet/>
      <dgm:spPr/>
      <dgm:t>
        <a:bodyPr/>
        <a:lstStyle/>
        <a:p>
          <a:endParaRPr lang="en-US"/>
        </a:p>
      </dgm:t>
    </dgm:pt>
    <dgm:pt modelId="{A90318EE-A7DE-442A-AF1D-E223F52CC447}" type="sibTrans" cxnId="{20B11B6C-579D-4225-8E6C-3E90C220A0A7}">
      <dgm:prSet/>
      <dgm:spPr/>
      <dgm:t>
        <a:bodyPr/>
        <a:lstStyle/>
        <a:p>
          <a:endParaRPr lang="en-US"/>
        </a:p>
      </dgm:t>
    </dgm:pt>
    <dgm:pt modelId="{059FD15D-D324-4A32-B9B6-5652A477C754}" type="pres">
      <dgm:prSet presAssocID="{DB9B9336-4387-42FA-B971-B98C0D745779}" presName="root" presStyleCnt="0">
        <dgm:presLayoutVars>
          <dgm:dir/>
          <dgm:resizeHandles val="exact"/>
        </dgm:presLayoutVars>
      </dgm:prSet>
      <dgm:spPr/>
    </dgm:pt>
    <dgm:pt modelId="{A1872DD4-8773-4207-B885-2A00DC78C233}" type="pres">
      <dgm:prSet presAssocID="{FD2A1786-5C33-4AF2-A8FB-9B4B2C57BEE4}" presName="compNode" presStyleCnt="0"/>
      <dgm:spPr/>
    </dgm:pt>
    <dgm:pt modelId="{CF5CAF56-6C16-486D-A43B-6967DF38C4FD}" type="pres">
      <dgm:prSet presAssocID="{FD2A1786-5C33-4AF2-A8FB-9B4B2C57BEE4}" presName="iconBgRect" presStyleLbl="bgShp" presStyleIdx="0" presStyleCnt="3"/>
      <dgm:spPr/>
    </dgm:pt>
    <dgm:pt modelId="{F7DCBF50-86FB-4F32-A805-3723B38C2D3A}" type="pres">
      <dgm:prSet presAssocID="{FD2A1786-5C33-4AF2-A8FB-9B4B2C57BEE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4F0D339-387E-4920-A17F-0F76C93487E7}" type="pres">
      <dgm:prSet presAssocID="{FD2A1786-5C33-4AF2-A8FB-9B4B2C57BEE4}" presName="spaceRect" presStyleCnt="0"/>
      <dgm:spPr/>
    </dgm:pt>
    <dgm:pt modelId="{66A73B24-7394-449C-81EF-D7B70C974415}" type="pres">
      <dgm:prSet presAssocID="{FD2A1786-5C33-4AF2-A8FB-9B4B2C57BEE4}" presName="textRect" presStyleLbl="revTx" presStyleIdx="0" presStyleCnt="3">
        <dgm:presLayoutVars>
          <dgm:chMax val="1"/>
          <dgm:chPref val="1"/>
        </dgm:presLayoutVars>
      </dgm:prSet>
      <dgm:spPr/>
    </dgm:pt>
    <dgm:pt modelId="{19D7F6FE-9A89-4452-AF39-E33E73CEE656}" type="pres">
      <dgm:prSet presAssocID="{DA749CE8-2BFA-443F-A1F2-93DD19586AA8}" presName="sibTrans" presStyleCnt="0"/>
      <dgm:spPr/>
    </dgm:pt>
    <dgm:pt modelId="{EA2E36ED-BD07-48F2-957B-1EF21EB48710}" type="pres">
      <dgm:prSet presAssocID="{614FFBE4-D05D-45C2-9B6C-2F17B2B01FFC}" presName="compNode" presStyleCnt="0"/>
      <dgm:spPr/>
    </dgm:pt>
    <dgm:pt modelId="{341592E5-FAD0-4DF7-BD0E-7144B6DFAB00}" type="pres">
      <dgm:prSet presAssocID="{614FFBE4-D05D-45C2-9B6C-2F17B2B01FFC}" presName="iconBgRect" presStyleLbl="bgShp" presStyleIdx="1" presStyleCnt="3"/>
      <dgm:spPr/>
    </dgm:pt>
    <dgm:pt modelId="{4F95B95B-A0E3-4A06-9F4F-20F642EAB5EC}" type="pres">
      <dgm:prSet presAssocID="{614FFBE4-D05D-45C2-9B6C-2F17B2B01F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2600F0C9-F717-459D-A924-CD38AD08A08F}" type="pres">
      <dgm:prSet presAssocID="{614FFBE4-D05D-45C2-9B6C-2F17B2B01FFC}" presName="spaceRect" presStyleCnt="0"/>
      <dgm:spPr/>
    </dgm:pt>
    <dgm:pt modelId="{B64CA444-176A-4234-BACA-7D69CDA61FE0}" type="pres">
      <dgm:prSet presAssocID="{614FFBE4-D05D-45C2-9B6C-2F17B2B01FFC}" presName="textRect" presStyleLbl="revTx" presStyleIdx="1" presStyleCnt="3">
        <dgm:presLayoutVars>
          <dgm:chMax val="1"/>
          <dgm:chPref val="1"/>
        </dgm:presLayoutVars>
      </dgm:prSet>
      <dgm:spPr/>
    </dgm:pt>
    <dgm:pt modelId="{BB95FD1A-FB85-4227-B3F0-7C0D464CD01C}" type="pres">
      <dgm:prSet presAssocID="{771A1FB9-5D91-4968-9886-2F8E73B6576C}" presName="sibTrans" presStyleCnt="0"/>
      <dgm:spPr/>
    </dgm:pt>
    <dgm:pt modelId="{190EA41A-DAD3-42D6-B802-0FF57E33BDA7}" type="pres">
      <dgm:prSet presAssocID="{66287271-8AD4-4B6D-A663-23DBE7BCCE09}" presName="compNode" presStyleCnt="0"/>
      <dgm:spPr/>
    </dgm:pt>
    <dgm:pt modelId="{7F769ED0-4423-429F-AD35-91679EFAEE83}" type="pres">
      <dgm:prSet presAssocID="{66287271-8AD4-4B6D-A663-23DBE7BCCE09}" presName="iconBgRect" presStyleLbl="bgShp" presStyleIdx="2" presStyleCnt="3"/>
      <dgm:spPr/>
    </dgm:pt>
    <dgm:pt modelId="{56809268-397A-42B6-9BC2-104F961951AF}" type="pres">
      <dgm:prSet presAssocID="{66287271-8AD4-4B6D-A663-23DBE7BCCE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7089451F-FEA6-4E64-AF2C-749EB4C2E214}" type="pres">
      <dgm:prSet presAssocID="{66287271-8AD4-4B6D-A663-23DBE7BCCE09}" presName="spaceRect" presStyleCnt="0"/>
      <dgm:spPr/>
    </dgm:pt>
    <dgm:pt modelId="{673D01E0-909B-43C9-889E-E3B0745F0F12}" type="pres">
      <dgm:prSet presAssocID="{66287271-8AD4-4B6D-A663-23DBE7BCCE0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2720A09-08E9-4985-B19B-3345258B6964}" srcId="{DB9B9336-4387-42FA-B971-B98C0D745779}" destId="{FD2A1786-5C33-4AF2-A8FB-9B4B2C57BEE4}" srcOrd="0" destOrd="0" parTransId="{0A09A963-BAF7-46A1-90B6-D497326D598B}" sibTransId="{DA749CE8-2BFA-443F-A1F2-93DD19586AA8}"/>
    <dgm:cxn modelId="{20B11B6C-579D-4225-8E6C-3E90C220A0A7}" srcId="{DB9B9336-4387-42FA-B971-B98C0D745779}" destId="{66287271-8AD4-4B6D-A663-23DBE7BCCE09}" srcOrd="2" destOrd="0" parTransId="{1BB19F0C-8AF6-4BCC-9C9C-DB47AD9587DD}" sibTransId="{A90318EE-A7DE-442A-AF1D-E223F52CC447}"/>
    <dgm:cxn modelId="{D699B96C-EDDE-4A93-BAAA-E78E9A2BDA5A}" type="presOf" srcId="{66287271-8AD4-4B6D-A663-23DBE7BCCE09}" destId="{673D01E0-909B-43C9-889E-E3B0745F0F12}" srcOrd="0" destOrd="0" presId="urn:microsoft.com/office/officeart/2018/5/layout/IconCircleLabelList"/>
    <dgm:cxn modelId="{A78352BC-8D72-404B-A71E-1E7A365B0F7C}" type="presOf" srcId="{FD2A1786-5C33-4AF2-A8FB-9B4B2C57BEE4}" destId="{66A73B24-7394-449C-81EF-D7B70C974415}" srcOrd="0" destOrd="0" presId="urn:microsoft.com/office/officeart/2018/5/layout/IconCircleLabelList"/>
    <dgm:cxn modelId="{677F04CC-EB5C-4CC6-870E-5AE872083E0F}" srcId="{DB9B9336-4387-42FA-B971-B98C0D745779}" destId="{614FFBE4-D05D-45C2-9B6C-2F17B2B01FFC}" srcOrd="1" destOrd="0" parTransId="{CEBCE281-ACE2-4326-B1FD-B04DB7BED08D}" sibTransId="{771A1FB9-5D91-4968-9886-2F8E73B6576C}"/>
    <dgm:cxn modelId="{E863C2EE-857C-44F7-91A4-7DFE2A173304}" type="presOf" srcId="{DB9B9336-4387-42FA-B971-B98C0D745779}" destId="{059FD15D-D324-4A32-B9B6-5652A477C754}" srcOrd="0" destOrd="0" presId="urn:microsoft.com/office/officeart/2018/5/layout/IconCircleLabelList"/>
    <dgm:cxn modelId="{00BA53F2-13AA-4615-B3CC-9C0421F3C771}" type="presOf" srcId="{614FFBE4-D05D-45C2-9B6C-2F17B2B01FFC}" destId="{B64CA444-176A-4234-BACA-7D69CDA61FE0}" srcOrd="0" destOrd="0" presId="urn:microsoft.com/office/officeart/2018/5/layout/IconCircleLabelList"/>
    <dgm:cxn modelId="{B5467AB0-58D6-4217-9178-2A1D4B20C053}" type="presParOf" srcId="{059FD15D-D324-4A32-B9B6-5652A477C754}" destId="{A1872DD4-8773-4207-B885-2A00DC78C233}" srcOrd="0" destOrd="0" presId="urn:microsoft.com/office/officeart/2018/5/layout/IconCircleLabelList"/>
    <dgm:cxn modelId="{C8C11DCD-2F98-40B5-88D4-9D3A2FBF25FF}" type="presParOf" srcId="{A1872DD4-8773-4207-B885-2A00DC78C233}" destId="{CF5CAF56-6C16-486D-A43B-6967DF38C4FD}" srcOrd="0" destOrd="0" presId="urn:microsoft.com/office/officeart/2018/5/layout/IconCircleLabelList"/>
    <dgm:cxn modelId="{64DA986B-4945-4FE5-9ECF-0C5FA6DEC35E}" type="presParOf" srcId="{A1872DD4-8773-4207-B885-2A00DC78C233}" destId="{F7DCBF50-86FB-4F32-A805-3723B38C2D3A}" srcOrd="1" destOrd="0" presId="urn:microsoft.com/office/officeart/2018/5/layout/IconCircleLabelList"/>
    <dgm:cxn modelId="{2CD4C395-B71D-4592-A496-12748D79B180}" type="presParOf" srcId="{A1872DD4-8773-4207-B885-2A00DC78C233}" destId="{74F0D339-387E-4920-A17F-0F76C93487E7}" srcOrd="2" destOrd="0" presId="urn:microsoft.com/office/officeart/2018/5/layout/IconCircleLabelList"/>
    <dgm:cxn modelId="{11138796-D362-40C8-A41C-4D9A1DC0F8D1}" type="presParOf" srcId="{A1872DD4-8773-4207-B885-2A00DC78C233}" destId="{66A73B24-7394-449C-81EF-D7B70C974415}" srcOrd="3" destOrd="0" presId="urn:microsoft.com/office/officeart/2018/5/layout/IconCircleLabelList"/>
    <dgm:cxn modelId="{7190CC96-29FD-404A-A498-1DC7CC57F47E}" type="presParOf" srcId="{059FD15D-D324-4A32-B9B6-5652A477C754}" destId="{19D7F6FE-9A89-4452-AF39-E33E73CEE656}" srcOrd="1" destOrd="0" presId="urn:microsoft.com/office/officeart/2018/5/layout/IconCircleLabelList"/>
    <dgm:cxn modelId="{82196491-5342-4F1C-8236-5993139946D8}" type="presParOf" srcId="{059FD15D-D324-4A32-B9B6-5652A477C754}" destId="{EA2E36ED-BD07-48F2-957B-1EF21EB48710}" srcOrd="2" destOrd="0" presId="urn:microsoft.com/office/officeart/2018/5/layout/IconCircleLabelList"/>
    <dgm:cxn modelId="{140A7F35-749B-4E66-AB48-3E9E6C2961DB}" type="presParOf" srcId="{EA2E36ED-BD07-48F2-957B-1EF21EB48710}" destId="{341592E5-FAD0-4DF7-BD0E-7144B6DFAB00}" srcOrd="0" destOrd="0" presId="urn:microsoft.com/office/officeart/2018/5/layout/IconCircleLabelList"/>
    <dgm:cxn modelId="{F79061FB-44C3-440A-80AD-444B2199550E}" type="presParOf" srcId="{EA2E36ED-BD07-48F2-957B-1EF21EB48710}" destId="{4F95B95B-A0E3-4A06-9F4F-20F642EAB5EC}" srcOrd="1" destOrd="0" presId="urn:microsoft.com/office/officeart/2018/5/layout/IconCircleLabelList"/>
    <dgm:cxn modelId="{FDB40C63-622B-4174-8C64-4350760DBC35}" type="presParOf" srcId="{EA2E36ED-BD07-48F2-957B-1EF21EB48710}" destId="{2600F0C9-F717-459D-A924-CD38AD08A08F}" srcOrd="2" destOrd="0" presId="urn:microsoft.com/office/officeart/2018/5/layout/IconCircleLabelList"/>
    <dgm:cxn modelId="{3A0A9D72-17D9-4D72-AE49-E0D0296244C8}" type="presParOf" srcId="{EA2E36ED-BD07-48F2-957B-1EF21EB48710}" destId="{B64CA444-176A-4234-BACA-7D69CDA61FE0}" srcOrd="3" destOrd="0" presId="urn:microsoft.com/office/officeart/2018/5/layout/IconCircleLabelList"/>
    <dgm:cxn modelId="{0BA4C323-3321-4CCA-8DA5-B190066E7D24}" type="presParOf" srcId="{059FD15D-D324-4A32-B9B6-5652A477C754}" destId="{BB95FD1A-FB85-4227-B3F0-7C0D464CD01C}" srcOrd="3" destOrd="0" presId="urn:microsoft.com/office/officeart/2018/5/layout/IconCircleLabelList"/>
    <dgm:cxn modelId="{5473DEF7-8532-4B6A-BDD2-188824911DCF}" type="presParOf" srcId="{059FD15D-D324-4A32-B9B6-5652A477C754}" destId="{190EA41A-DAD3-42D6-B802-0FF57E33BDA7}" srcOrd="4" destOrd="0" presId="urn:microsoft.com/office/officeart/2018/5/layout/IconCircleLabelList"/>
    <dgm:cxn modelId="{78E0EBA6-F38F-4B84-AD85-E5AE30F88F6D}" type="presParOf" srcId="{190EA41A-DAD3-42D6-B802-0FF57E33BDA7}" destId="{7F769ED0-4423-429F-AD35-91679EFAEE83}" srcOrd="0" destOrd="0" presId="urn:microsoft.com/office/officeart/2018/5/layout/IconCircleLabelList"/>
    <dgm:cxn modelId="{D1367792-52FF-4F2F-AB84-49129E7DDF25}" type="presParOf" srcId="{190EA41A-DAD3-42D6-B802-0FF57E33BDA7}" destId="{56809268-397A-42B6-9BC2-104F961951AF}" srcOrd="1" destOrd="0" presId="urn:microsoft.com/office/officeart/2018/5/layout/IconCircleLabelList"/>
    <dgm:cxn modelId="{BCE58901-78A9-4DF3-AA88-06C77B71398D}" type="presParOf" srcId="{190EA41A-DAD3-42D6-B802-0FF57E33BDA7}" destId="{7089451F-FEA6-4E64-AF2C-749EB4C2E214}" srcOrd="2" destOrd="0" presId="urn:microsoft.com/office/officeart/2018/5/layout/IconCircleLabelList"/>
    <dgm:cxn modelId="{44A8A085-EA67-4EC8-AA25-C8E577DA8006}" type="presParOf" srcId="{190EA41A-DAD3-42D6-B802-0FF57E33BDA7}" destId="{673D01E0-909B-43C9-889E-E3B0745F0F1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9730B2-2E0F-4FC1-8B54-45226C6915C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D83E765-97F5-4A50-845A-CBF205799316}">
      <dgm:prSet/>
      <dgm:spPr/>
      <dgm:t>
        <a:bodyPr/>
        <a:lstStyle/>
        <a:p>
          <a:r>
            <a:rPr lang="en-US"/>
            <a:t>Analyze the company </a:t>
          </a:r>
        </a:p>
      </dgm:t>
    </dgm:pt>
    <dgm:pt modelId="{AB528D78-A5B4-4712-8771-695B243642E6}" type="parTrans" cxnId="{B326726B-1AF7-4083-9214-B006F812B0F6}">
      <dgm:prSet/>
      <dgm:spPr/>
      <dgm:t>
        <a:bodyPr/>
        <a:lstStyle/>
        <a:p>
          <a:endParaRPr lang="en-US"/>
        </a:p>
      </dgm:t>
    </dgm:pt>
    <dgm:pt modelId="{610942A5-2C58-40CA-B9EB-83F938033EA2}" type="sibTrans" cxnId="{B326726B-1AF7-4083-9214-B006F812B0F6}">
      <dgm:prSet/>
      <dgm:spPr/>
      <dgm:t>
        <a:bodyPr/>
        <a:lstStyle/>
        <a:p>
          <a:endParaRPr lang="en-US"/>
        </a:p>
      </dgm:t>
    </dgm:pt>
    <dgm:pt modelId="{A6200344-A8D5-450C-BB57-0CB679D3A7DF}">
      <dgm:prSet/>
      <dgm:spPr/>
      <dgm:t>
        <a:bodyPr/>
        <a:lstStyle/>
        <a:p>
          <a:r>
            <a:rPr lang="en-US"/>
            <a:t>The CEO will need more permissions than a regular desk worker</a:t>
          </a:r>
        </a:p>
      </dgm:t>
    </dgm:pt>
    <dgm:pt modelId="{FD10F061-E665-45C8-89C5-12D076F3171F}" type="parTrans" cxnId="{3F227301-1F2C-4F55-9CA9-B21A54F85E84}">
      <dgm:prSet/>
      <dgm:spPr/>
      <dgm:t>
        <a:bodyPr/>
        <a:lstStyle/>
        <a:p>
          <a:endParaRPr lang="en-US"/>
        </a:p>
      </dgm:t>
    </dgm:pt>
    <dgm:pt modelId="{011894E7-E441-4C06-A8FB-83F7BA8658BD}" type="sibTrans" cxnId="{3F227301-1F2C-4F55-9CA9-B21A54F85E84}">
      <dgm:prSet/>
      <dgm:spPr/>
      <dgm:t>
        <a:bodyPr/>
        <a:lstStyle/>
        <a:p>
          <a:endParaRPr lang="en-US"/>
        </a:p>
      </dgm:t>
    </dgm:pt>
    <dgm:pt modelId="{CF13A833-FAEB-49A6-B025-CCD0303C0B5B}">
      <dgm:prSet/>
      <dgm:spPr/>
      <dgm:t>
        <a:bodyPr/>
        <a:lstStyle/>
        <a:p>
          <a:r>
            <a:rPr lang="en-US"/>
            <a:t>The server Admin will also need more permissions</a:t>
          </a:r>
        </a:p>
      </dgm:t>
    </dgm:pt>
    <dgm:pt modelId="{891975CB-6384-4609-A5CA-E38A64E9890E}" type="parTrans" cxnId="{EFC36163-0385-4D54-BFFE-A1A7FA462A7B}">
      <dgm:prSet/>
      <dgm:spPr/>
      <dgm:t>
        <a:bodyPr/>
        <a:lstStyle/>
        <a:p>
          <a:endParaRPr lang="en-US"/>
        </a:p>
      </dgm:t>
    </dgm:pt>
    <dgm:pt modelId="{A5003451-F07A-48FA-B27D-F21837283546}" type="sibTrans" cxnId="{EFC36163-0385-4D54-BFFE-A1A7FA462A7B}">
      <dgm:prSet/>
      <dgm:spPr/>
      <dgm:t>
        <a:bodyPr/>
        <a:lstStyle/>
        <a:p>
          <a:endParaRPr lang="en-US"/>
        </a:p>
      </dgm:t>
    </dgm:pt>
    <dgm:pt modelId="{90273D65-47CB-4BA4-9FB5-16431D9A6A94}" type="pres">
      <dgm:prSet presAssocID="{C49730B2-2E0F-4FC1-8B54-45226C6915C7}" presName="root" presStyleCnt="0">
        <dgm:presLayoutVars>
          <dgm:dir/>
          <dgm:resizeHandles val="exact"/>
        </dgm:presLayoutVars>
      </dgm:prSet>
      <dgm:spPr/>
    </dgm:pt>
    <dgm:pt modelId="{2C89C898-F525-43F6-BBA3-8A90EBED84DF}" type="pres">
      <dgm:prSet presAssocID="{8D83E765-97F5-4A50-845A-CBF205799316}" presName="compNode" presStyleCnt="0"/>
      <dgm:spPr/>
    </dgm:pt>
    <dgm:pt modelId="{5546AEE4-29A2-47DF-9345-4AFAB3E3472F}" type="pres">
      <dgm:prSet presAssocID="{8D83E765-97F5-4A50-845A-CBF20579931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239FADD-467B-496E-ADB9-2A9C981467CD}" type="pres">
      <dgm:prSet presAssocID="{8D83E765-97F5-4A50-845A-CBF205799316}" presName="spaceRect" presStyleCnt="0"/>
      <dgm:spPr/>
    </dgm:pt>
    <dgm:pt modelId="{39079734-378D-4DA3-B628-BF0FF5E8CD0D}" type="pres">
      <dgm:prSet presAssocID="{8D83E765-97F5-4A50-845A-CBF205799316}" presName="textRect" presStyleLbl="revTx" presStyleIdx="0" presStyleCnt="3">
        <dgm:presLayoutVars>
          <dgm:chMax val="1"/>
          <dgm:chPref val="1"/>
        </dgm:presLayoutVars>
      </dgm:prSet>
      <dgm:spPr/>
    </dgm:pt>
    <dgm:pt modelId="{E1327CC6-B4D2-416C-BE01-5D2822876058}" type="pres">
      <dgm:prSet presAssocID="{610942A5-2C58-40CA-B9EB-83F938033EA2}" presName="sibTrans" presStyleCnt="0"/>
      <dgm:spPr/>
    </dgm:pt>
    <dgm:pt modelId="{391CCCC0-447A-45B3-8D01-1CC8DB4798FE}" type="pres">
      <dgm:prSet presAssocID="{A6200344-A8D5-450C-BB57-0CB679D3A7DF}" presName="compNode" presStyleCnt="0"/>
      <dgm:spPr/>
    </dgm:pt>
    <dgm:pt modelId="{8A2EC539-F29C-4B0F-9E96-8AEAC03F640E}" type="pres">
      <dgm:prSet presAssocID="{A6200344-A8D5-450C-BB57-0CB679D3A7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D100D38-5F7A-4C7F-AF08-05E5AE0D1045}" type="pres">
      <dgm:prSet presAssocID="{A6200344-A8D5-450C-BB57-0CB679D3A7DF}" presName="spaceRect" presStyleCnt="0"/>
      <dgm:spPr/>
    </dgm:pt>
    <dgm:pt modelId="{6F376F6F-8116-445E-99EC-3B9C1A203E27}" type="pres">
      <dgm:prSet presAssocID="{A6200344-A8D5-450C-BB57-0CB679D3A7DF}" presName="textRect" presStyleLbl="revTx" presStyleIdx="1" presStyleCnt="3">
        <dgm:presLayoutVars>
          <dgm:chMax val="1"/>
          <dgm:chPref val="1"/>
        </dgm:presLayoutVars>
      </dgm:prSet>
      <dgm:spPr/>
    </dgm:pt>
    <dgm:pt modelId="{C5DCC174-2301-435B-A75F-89D0F9596D65}" type="pres">
      <dgm:prSet presAssocID="{011894E7-E441-4C06-A8FB-83F7BA8658BD}" presName="sibTrans" presStyleCnt="0"/>
      <dgm:spPr/>
    </dgm:pt>
    <dgm:pt modelId="{25DC4247-4058-4177-AD52-F33A65C3C229}" type="pres">
      <dgm:prSet presAssocID="{CF13A833-FAEB-49A6-B025-CCD0303C0B5B}" presName="compNode" presStyleCnt="0"/>
      <dgm:spPr/>
    </dgm:pt>
    <dgm:pt modelId="{A531501D-A7D1-464F-9A9F-F1B8A8E3F2DA}" type="pres">
      <dgm:prSet presAssocID="{CF13A833-FAEB-49A6-B025-CCD0303C0B5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B79E88F-CA09-4627-9AFD-2EC64D86A25A}" type="pres">
      <dgm:prSet presAssocID="{CF13A833-FAEB-49A6-B025-CCD0303C0B5B}" presName="spaceRect" presStyleCnt="0"/>
      <dgm:spPr/>
    </dgm:pt>
    <dgm:pt modelId="{AC18FD28-E7E5-4FDA-8C07-E0F8C22A65C0}" type="pres">
      <dgm:prSet presAssocID="{CF13A833-FAEB-49A6-B025-CCD0303C0B5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F227301-1F2C-4F55-9CA9-B21A54F85E84}" srcId="{C49730B2-2E0F-4FC1-8B54-45226C6915C7}" destId="{A6200344-A8D5-450C-BB57-0CB679D3A7DF}" srcOrd="1" destOrd="0" parTransId="{FD10F061-E665-45C8-89C5-12D076F3171F}" sibTransId="{011894E7-E441-4C06-A8FB-83F7BA8658BD}"/>
    <dgm:cxn modelId="{AAC79104-DE4B-4028-AC96-8B76F6B3F358}" type="presOf" srcId="{8D83E765-97F5-4A50-845A-CBF205799316}" destId="{39079734-378D-4DA3-B628-BF0FF5E8CD0D}" srcOrd="0" destOrd="0" presId="urn:microsoft.com/office/officeart/2018/2/layout/IconLabelList"/>
    <dgm:cxn modelId="{EFC36163-0385-4D54-BFFE-A1A7FA462A7B}" srcId="{C49730B2-2E0F-4FC1-8B54-45226C6915C7}" destId="{CF13A833-FAEB-49A6-B025-CCD0303C0B5B}" srcOrd="2" destOrd="0" parTransId="{891975CB-6384-4609-A5CA-E38A64E9890E}" sibTransId="{A5003451-F07A-48FA-B27D-F21837283546}"/>
    <dgm:cxn modelId="{B326726B-1AF7-4083-9214-B006F812B0F6}" srcId="{C49730B2-2E0F-4FC1-8B54-45226C6915C7}" destId="{8D83E765-97F5-4A50-845A-CBF205799316}" srcOrd="0" destOrd="0" parTransId="{AB528D78-A5B4-4712-8771-695B243642E6}" sibTransId="{610942A5-2C58-40CA-B9EB-83F938033EA2}"/>
    <dgm:cxn modelId="{1C186E55-8115-47B2-A572-CBE764F04225}" type="presOf" srcId="{A6200344-A8D5-450C-BB57-0CB679D3A7DF}" destId="{6F376F6F-8116-445E-99EC-3B9C1A203E27}" srcOrd="0" destOrd="0" presId="urn:microsoft.com/office/officeart/2018/2/layout/IconLabelList"/>
    <dgm:cxn modelId="{5A8EFC92-8279-412F-90C6-72DF33B36BCB}" type="presOf" srcId="{C49730B2-2E0F-4FC1-8B54-45226C6915C7}" destId="{90273D65-47CB-4BA4-9FB5-16431D9A6A94}" srcOrd="0" destOrd="0" presId="urn:microsoft.com/office/officeart/2018/2/layout/IconLabelList"/>
    <dgm:cxn modelId="{481B8BF0-E0A5-434E-BA29-3CEC5D532A24}" type="presOf" srcId="{CF13A833-FAEB-49A6-B025-CCD0303C0B5B}" destId="{AC18FD28-E7E5-4FDA-8C07-E0F8C22A65C0}" srcOrd="0" destOrd="0" presId="urn:microsoft.com/office/officeart/2018/2/layout/IconLabelList"/>
    <dgm:cxn modelId="{C69CC03F-2173-4430-BB30-3CA81E94EF13}" type="presParOf" srcId="{90273D65-47CB-4BA4-9FB5-16431D9A6A94}" destId="{2C89C898-F525-43F6-BBA3-8A90EBED84DF}" srcOrd="0" destOrd="0" presId="urn:microsoft.com/office/officeart/2018/2/layout/IconLabelList"/>
    <dgm:cxn modelId="{C97B94AE-7CDB-40F7-BB6E-10625F64A668}" type="presParOf" srcId="{2C89C898-F525-43F6-BBA3-8A90EBED84DF}" destId="{5546AEE4-29A2-47DF-9345-4AFAB3E3472F}" srcOrd="0" destOrd="0" presId="urn:microsoft.com/office/officeart/2018/2/layout/IconLabelList"/>
    <dgm:cxn modelId="{B9A663AC-646F-4721-96A8-6206F8BF908F}" type="presParOf" srcId="{2C89C898-F525-43F6-BBA3-8A90EBED84DF}" destId="{0239FADD-467B-496E-ADB9-2A9C981467CD}" srcOrd="1" destOrd="0" presId="urn:microsoft.com/office/officeart/2018/2/layout/IconLabelList"/>
    <dgm:cxn modelId="{AE239AE2-39B0-42EA-A914-468A7DA0817E}" type="presParOf" srcId="{2C89C898-F525-43F6-BBA3-8A90EBED84DF}" destId="{39079734-378D-4DA3-B628-BF0FF5E8CD0D}" srcOrd="2" destOrd="0" presId="urn:microsoft.com/office/officeart/2018/2/layout/IconLabelList"/>
    <dgm:cxn modelId="{1639139C-FE50-47B2-8E8E-47A86504BC2C}" type="presParOf" srcId="{90273D65-47CB-4BA4-9FB5-16431D9A6A94}" destId="{E1327CC6-B4D2-416C-BE01-5D2822876058}" srcOrd="1" destOrd="0" presId="urn:microsoft.com/office/officeart/2018/2/layout/IconLabelList"/>
    <dgm:cxn modelId="{36F55F68-57CD-42CF-B0A0-377AA306734C}" type="presParOf" srcId="{90273D65-47CB-4BA4-9FB5-16431D9A6A94}" destId="{391CCCC0-447A-45B3-8D01-1CC8DB4798FE}" srcOrd="2" destOrd="0" presId="urn:microsoft.com/office/officeart/2018/2/layout/IconLabelList"/>
    <dgm:cxn modelId="{59D90973-D5EF-491F-AAC2-C96495F9E872}" type="presParOf" srcId="{391CCCC0-447A-45B3-8D01-1CC8DB4798FE}" destId="{8A2EC539-F29C-4B0F-9E96-8AEAC03F640E}" srcOrd="0" destOrd="0" presId="urn:microsoft.com/office/officeart/2018/2/layout/IconLabelList"/>
    <dgm:cxn modelId="{1B849364-05BB-4549-BE54-A5E2BFDB2524}" type="presParOf" srcId="{391CCCC0-447A-45B3-8D01-1CC8DB4798FE}" destId="{ED100D38-5F7A-4C7F-AF08-05E5AE0D1045}" srcOrd="1" destOrd="0" presId="urn:microsoft.com/office/officeart/2018/2/layout/IconLabelList"/>
    <dgm:cxn modelId="{8DD6558A-4BA6-47F8-8281-4CDD5EAB085B}" type="presParOf" srcId="{391CCCC0-447A-45B3-8D01-1CC8DB4798FE}" destId="{6F376F6F-8116-445E-99EC-3B9C1A203E27}" srcOrd="2" destOrd="0" presId="urn:microsoft.com/office/officeart/2018/2/layout/IconLabelList"/>
    <dgm:cxn modelId="{57D9C9D3-04DA-46A6-BF8D-A2AD4F828964}" type="presParOf" srcId="{90273D65-47CB-4BA4-9FB5-16431D9A6A94}" destId="{C5DCC174-2301-435B-A75F-89D0F9596D65}" srcOrd="3" destOrd="0" presId="urn:microsoft.com/office/officeart/2018/2/layout/IconLabelList"/>
    <dgm:cxn modelId="{A762F7CA-B93A-487C-9F0A-6FE6FF847836}" type="presParOf" srcId="{90273D65-47CB-4BA4-9FB5-16431D9A6A94}" destId="{25DC4247-4058-4177-AD52-F33A65C3C229}" srcOrd="4" destOrd="0" presId="urn:microsoft.com/office/officeart/2018/2/layout/IconLabelList"/>
    <dgm:cxn modelId="{A3CF2CA4-16B6-4430-84D1-91D61CE0ADC9}" type="presParOf" srcId="{25DC4247-4058-4177-AD52-F33A65C3C229}" destId="{A531501D-A7D1-464F-9A9F-F1B8A8E3F2DA}" srcOrd="0" destOrd="0" presId="urn:microsoft.com/office/officeart/2018/2/layout/IconLabelList"/>
    <dgm:cxn modelId="{9DB2FEEE-2BC4-44BC-AB6C-350A040DF6A4}" type="presParOf" srcId="{25DC4247-4058-4177-AD52-F33A65C3C229}" destId="{6B79E88F-CA09-4627-9AFD-2EC64D86A25A}" srcOrd="1" destOrd="0" presId="urn:microsoft.com/office/officeart/2018/2/layout/IconLabelList"/>
    <dgm:cxn modelId="{0E67632E-93D1-4079-AA4D-3BD4D9A02A05}" type="presParOf" srcId="{25DC4247-4058-4177-AD52-F33A65C3C229}" destId="{AC18FD28-E7E5-4FDA-8C07-E0F8C22A65C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AB820-96FB-4C41-8055-46CD3475ABB1}">
      <dsp:nvSpPr>
        <dsp:cNvPr id="0" name=""/>
        <dsp:cNvSpPr/>
      </dsp:nvSpPr>
      <dsp:spPr>
        <a:xfrm>
          <a:off x="0" y="294440"/>
          <a:ext cx="6666833" cy="11536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Organizational Unit is a container for objects</a:t>
          </a:r>
        </a:p>
      </dsp:txBody>
      <dsp:txXfrm>
        <a:off x="56315" y="350755"/>
        <a:ext cx="6554203" cy="1040990"/>
      </dsp:txXfrm>
    </dsp:sp>
    <dsp:sp modelId="{81FA36A1-779F-44AA-BA92-3D35446B1E13}">
      <dsp:nvSpPr>
        <dsp:cNvPr id="0" name=""/>
        <dsp:cNvSpPr/>
      </dsp:nvSpPr>
      <dsp:spPr>
        <a:xfrm>
          <a:off x="0" y="1531580"/>
          <a:ext cx="6666833" cy="115362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All things in the Active Directory are objects</a:t>
          </a:r>
        </a:p>
      </dsp:txBody>
      <dsp:txXfrm>
        <a:off x="56315" y="1587895"/>
        <a:ext cx="6554203" cy="1040990"/>
      </dsp:txXfrm>
    </dsp:sp>
    <dsp:sp modelId="{CF146A18-85B7-4CAA-8DCF-BD7D19FF1E36}">
      <dsp:nvSpPr>
        <dsp:cNvPr id="0" name=""/>
        <dsp:cNvSpPr/>
      </dsp:nvSpPr>
      <dsp:spPr>
        <a:xfrm>
          <a:off x="0" y="2768719"/>
          <a:ext cx="6666833" cy="115362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 domain is a form of a container, and it is the highest level and a core of a container</a:t>
          </a:r>
        </a:p>
      </dsp:txBody>
      <dsp:txXfrm>
        <a:off x="56315" y="2825034"/>
        <a:ext cx="6554203" cy="1040990"/>
      </dsp:txXfrm>
    </dsp:sp>
    <dsp:sp modelId="{1C399181-ACA4-4695-B961-3E8D261887F0}">
      <dsp:nvSpPr>
        <dsp:cNvPr id="0" name=""/>
        <dsp:cNvSpPr/>
      </dsp:nvSpPr>
      <dsp:spPr>
        <a:xfrm>
          <a:off x="0" y="4005860"/>
          <a:ext cx="6666833" cy="115362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There are built in containers in the AD such as users and computers</a:t>
          </a:r>
        </a:p>
      </dsp:txBody>
      <dsp:txXfrm>
        <a:off x="56315" y="4062175"/>
        <a:ext cx="6554203" cy="10409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C35CA0-88F4-4DE2-A177-73FBC893BF1C}">
      <dsp:nvSpPr>
        <dsp:cNvPr id="0" name=""/>
        <dsp:cNvSpPr/>
      </dsp:nvSpPr>
      <dsp:spPr>
        <a:xfrm rot="16200000">
          <a:off x="985" y="1126985"/>
          <a:ext cx="3199949" cy="3199949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group policies are used to keep control over the network environment</a:t>
          </a:r>
        </a:p>
      </dsp:txBody>
      <dsp:txXfrm rot="5400000">
        <a:off x="986" y="1926972"/>
        <a:ext cx="2639958" cy="1599975"/>
      </dsp:txXfrm>
    </dsp:sp>
    <dsp:sp modelId="{153507CD-B475-4381-B033-74F96474A4CB}">
      <dsp:nvSpPr>
        <dsp:cNvPr id="0" name=""/>
        <dsp:cNvSpPr/>
      </dsp:nvSpPr>
      <dsp:spPr>
        <a:xfrm rot="5400000">
          <a:off x="3465898" y="1126985"/>
          <a:ext cx="3199949" cy="3199949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group policies are applied at different levels in the Active Directory hierarchy with one of the levels being the organizational Unit level</a:t>
          </a:r>
        </a:p>
      </dsp:txBody>
      <dsp:txXfrm rot="-5400000">
        <a:off x="4025890" y="1926972"/>
        <a:ext cx="2639958" cy="15999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C11CC-A573-4460-B312-FDEFC476C42F}">
      <dsp:nvSpPr>
        <dsp:cNvPr id="0" name=""/>
        <dsp:cNvSpPr/>
      </dsp:nvSpPr>
      <dsp:spPr>
        <a:xfrm>
          <a:off x="0" y="713840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You should look into the company to see how they operate</a:t>
          </a:r>
        </a:p>
      </dsp:txBody>
      <dsp:txXfrm>
        <a:off x="46606" y="760446"/>
        <a:ext cx="6573621" cy="861507"/>
      </dsp:txXfrm>
    </dsp:sp>
    <dsp:sp modelId="{BFA5B4BB-081F-4226-B31B-597AF347498F}">
      <dsp:nvSpPr>
        <dsp:cNvPr id="0" name=""/>
        <dsp:cNvSpPr/>
      </dsp:nvSpPr>
      <dsp:spPr>
        <a:xfrm>
          <a:off x="0" y="1737680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Where they operate</a:t>
          </a:r>
        </a:p>
      </dsp:txBody>
      <dsp:txXfrm>
        <a:off x="46606" y="1784286"/>
        <a:ext cx="6573621" cy="861507"/>
      </dsp:txXfrm>
    </dsp:sp>
    <dsp:sp modelId="{FC23A858-9087-4BB0-B11B-E25789925B1A}">
      <dsp:nvSpPr>
        <dsp:cNvPr id="0" name=""/>
        <dsp:cNvSpPr/>
      </dsp:nvSpPr>
      <dsp:spPr>
        <a:xfrm>
          <a:off x="0" y="2761519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How many departments are being operated</a:t>
          </a:r>
        </a:p>
      </dsp:txBody>
      <dsp:txXfrm>
        <a:off x="46606" y="2808125"/>
        <a:ext cx="6573621" cy="861507"/>
      </dsp:txXfrm>
    </dsp:sp>
    <dsp:sp modelId="{4C3D2C58-7CAE-4240-85BA-5062530EE71F}">
      <dsp:nvSpPr>
        <dsp:cNvPr id="0" name=""/>
        <dsp:cNvSpPr/>
      </dsp:nvSpPr>
      <dsp:spPr>
        <a:xfrm>
          <a:off x="0" y="3785359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people in those department who of them need higher permission roles to conduct their jobs</a:t>
          </a:r>
        </a:p>
      </dsp:txBody>
      <dsp:txXfrm>
        <a:off x="46606" y="3831965"/>
        <a:ext cx="6573621" cy="8615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4472B9-272F-478A-9BA1-1BF292BABFB2}">
      <dsp:nvSpPr>
        <dsp:cNvPr id="0" name=""/>
        <dsp:cNvSpPr/>
      </dsp:nvSpPr>
      <dsp:spPr>
        <a:xfrm>
          <a:off x="0" y="324229"/>
          <a:ext cx="6666833" cy="23552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Say we are talking about McDonalds with corporations everywhere, we would split the states into their own OU</a:t>
          </a:r>
        </a:p>
      </dsp:txBody>
      <dsp:txXfrm>
        <a:off x="114972" y="439201"/>
        <a:ext cx="6436889" cy="2125266"/>
      </dsp:txXfrm>
    </dsp:sp>
    <dsp:sp modelId="{3D12C8F9-75DB-4AEB-ACEA-C62F78F382A0}">
      <dsp:nvSpPr>
        <dsp:cNvPr id="0" name=""/>
        <dsp:cNvSpPr/>
      </dsp:nvSpPr>
      <dsp:spPr>
        <a:xfrm>
          <a:off x="0" y="2774479"/>
          <a:ext cx="6666833" cy="235521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So we put Maryland, Virgina, and DC into their own place</a:t>
          </a:r>
        </a:p>
      </dsp:txBody>
      <dsp:txXfrm>
        <a:off x="114972" y="2889451"/>
        <a:ext cx="6436889" cy="21252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5CAF56-6C16-486D-A43B-6967DF38C4FD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DCBF50-86FB-4F32-A805-3723B38C2D3A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73B24-7394-449C-81EF-D7B70C974415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/>
            <a:t>We split part time</a:t>
          </a:r>
        </a:p>
      </dsp:txBody>
      <dsp:txXfrm>
        <a:off x="93445" y="3018902"/>
        <a:ext cx="3206250" cy="720000"/>
      </dsp:txXfrm>
    </dsp:sp>
    <dsp:sp modelId="{341592E5-FAD0-4DF7-BD0E-7144B6DFAB00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95B95B-A0E3-4A06-9F4F-20F642EAB5EC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CA444-176A-4234-BACA-7D69CDA61FE0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/>
            <a:t>Full time </a:t>
          </a:r>
        </a:p>
      </dsp:txBody>
      <dsp:txXfrm>
        <a:off x="3860789" y="3018902"/>
        <a:ext cx="3206250" cy="720000"/>
      </dsp:txXfrm>
    </dsp:sp>
    <dsp:sp modelId="{7F769ED0-4423-429F-AD35-91679EFAEE83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809268-397A-42B6-9BC2-104F961951AF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3D01E0-909B-43C9-889E-E3B0745F0F12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/>
            <a:t>Contractors</a:t>
          </a:r>
        </a:p>
      </dsp:txBody>
      <dsp:txXfrm>
        <a:off x="7628133" y="3018902"/>
        <a:ext cx="3206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6AEE4-29A2-47DF-9345-4AFAB3E3472F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79734-378D-4DA3-B628-BF0FF5E8CD0D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Analyze the company </a:t>
          </a:r>
        </a:p>
      </dsp:txBody>
      <dsp:txXfrm>
        <a:off x="59990" y="2654049"/>
        <a:ext cx="3226223" cy="720000"/>
      </dsp:txXfrm>
    </dsp:sp>
    <dsp:sp modelId="{8A2EC539-F29C-4B0F-9E96-8AEAC03F640E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76F6F-8116-445E-99EC-3B9C1A203E27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CEO will need more permissions than a regular desk worker</a:t>
          </a:r>
        </a:p>
      </dsp:txBody>
      <dsp:txXfrm>
        <a:off x="3850802" y="2654049"/>
        <a:ext cx="3226223" cy="720000"/>
      </dsp:txXfrm>
    </dsp:sp>
    <dsp:sp modelId="{A531501D-A7D1-464F-9A9F-F1B8A8E3F2DA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8FD28-E7E5-4FDA-8C07-E0F8C22A65C0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server Admin will also need more permissions</a:t>
          </a:r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47E15-5D6E-F0BB-27C3-2E3D8B407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88306-7368-43A0-D0C9-C2685BB28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7DC2C-4517-6798-12C0-DF238D6A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551E-E762-A332-DB84-853194A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85129-3710-860D-DD6B-229AFB0C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3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C5526-D15B-E02B-28A5-300EF25A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073C1-86C2-0D7C-DF64-BC2728A70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AA92C-9AAD-58D5-5560-B8009E1AC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75792-77DE-3F93-F5A3-834D23F4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D5909-6525-946F-6DE4-297A52E9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26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89C4-F3D2-5B95-1C43-46E8BA78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E2230-244D-A865-B592-1A3EABE4D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BF51F-6D7B-5796-D7AA-86BF9107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E7C2E-0D40-E0CA-1207-F79D43FB9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80CD2-D3E6-E326-9B7F-B5432823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44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8BDA-2932-3F54-AEED-B7E97B82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22B76-9306-BDE2-8F6D-E424E4EA8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4CD89-993C-8F56-0F83-18F6DCADD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3E123-3499-68A0-7EBE-FE78AE558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8B934-AB24-0906-FC24-32DE73520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74FE7-EF15-6E1A-ACB6-A4DED670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29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3907-1DE0-B0FE-7EF1-564D0ADF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ED647-DB8A-F576-DCAD-65352E51D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6EECC-B6FB-C1B0-8836-0EC646422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F8C78E-EB95-4843-FC1D-ABC5DD2E8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6960B-374E-11AE-C7E0-01FE824D06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694701-E7D4-1938-7A61-E5E95AC6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E6762-2129-0C8B-E3F9-E9C9819A1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232F73-3547-3308-CC9F-0D7329AD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E274-E99F-D90E-073D-A4EC5E1EA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1152A-F816-829E-47CC-CC034F14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35D56-B7E2-4FDE-F9F1-AFC29B8C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E501C-B4DF-EF2C-7611-A31B21DA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6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63F5C-6433-E13A-2374-FBA1F6C1F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E189C4-A722-8A3A-0B46-F6798D8E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F5F6C-E69E-0A3D-3F1F-5ED70B0C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3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21FFE-D403-50CE-7EFE-63E92044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F8F94-30C7-AAB7-3510-8475168EA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EA26E-14D1-A479-26CE-311F3260B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E53AA-083D-B297-C6FF-61F244E8E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A4849-108B-A4DE-61E7-A4DCCEBB0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34BEB-162D-F3C7-CF3F-F93DB1DB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6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2CE9-5A90-F220-12E9-1283653DB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BF0D6F-CDC7-20CD-F8FD-A3F88F1CC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57051-1E27-F500-F258-6DBF47250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DD570-91FE-AB9B-03A2-192C5DF2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903DE-AFF8-4B37-CFB0-9E517DBF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ADAD2-E4D0-1F3B-A707-D553BF76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95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E08A3-0909-FCA0-C21C-2F9410FF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F9109-D2B9-D30D-8DA6-F2DEEADE8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3AAF4-9A68-5A14-9DC0-DDB906192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1D251-983F-10C9-BB20-252E1529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DD7F3-110C-0EB9-C2D2-008B354D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5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EA807F-C98A-A251-F3BD-02DF915CD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76792-67D6-3EC5-747B-93CA6CB34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8BD8B-D596-454C-4CEA-456E37600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54EAF-BFD7-3C3A-9F42-BF3B9628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98F60-2763-60B9-363E-3CE31347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6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D4555-9C64-D750-D25C-8B22F045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32CD7-7408-EF2C-7DB6-2E55F3B4B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2EB70-5FE1-971B-AB0A-92B8A592D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87BC4-0B96-4C78-9711-F474C620FAFE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F58FC-ABE2-B450-0AFA-D76F28263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2320F-4CFA-D68B-3791-A0BD84CF5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F7847-BFD5-4CEF-B478-4C790C1ED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1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B708A2-01A8-B3CD-5626-B048C5A99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Units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27ECD-12D6-0F46-638C-B448EDC73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Marcus Jackson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2/25/2024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CTEC 305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E1569-48C6-6E29-7452-CA8ECC0D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Organizational Units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31BA57-577C-9832-5F7E-FC1A847889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098902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13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2EBE9-30BF-02C8-AF2E-A474DA0AF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Main Purposes of 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ED35F-62F5-31A7-DEFD-AC1813642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main purposes of OU is Keeping things organized, to delegate administrative permissions, and managing of group policy applications</a:t>
            </a:r>
          </a:p>
        </p:txBody>
      </p:sp>
    </p:spTree>
    <p:extLst>
      <p:ext uri="{BB962C8B-B14F-4D97-AF65-F5344CB8AC3E}">
        <p14:creationId xmlns:p14="http://schemas.microsoft.com/office/powerpoint/2010/main" val="3713106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09DF4-490E-24F1-9390-FEC1E6CC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Keeping Things Organized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BAF66-E7B6-9EF4-07CF-567A80CBB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You would keep things organized to know where to find everything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create places for specific groups 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28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F503A0-3200-DE69-0141-B1AEC801A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Delegating Administrative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E455C-D133-F383-3846-1BD0A6C16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use the administrative permissions to delegate them to different people over different areas of the network</a:t>
            </a:r>
          </a:p>
        </p:txBody>
      </p:sp>
    </p:spTree>
    <p:extLst>
      <p:ext uri="{BB962C8B-B14F-4D97-AF65-F5344CB8AC3E}">
        <p14:creationId xmlns:p14="http://schemas.microsoft.com/office/powerpoint/2010/main" val="28962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E693A-CC56-7C88-E3D7-A7E0C1E6B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Group Policies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BE6504-0B11-8E6A-D593-509F8994C2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904660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3398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A07B0-65E4-24EE-5824-D38FEDBE1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Should You Design the OU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50A481-EFA8-B02D-8204-1E8F00F87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474492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301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9BE38-43ED-18AC-CE54-48055301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How to Split the Company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9B827F-978E-D5EB-16A2-7C9931065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31861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476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6ABC12-C16C-B99A-F595-B46C7A7D7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How We Split the Departments</a:t>
            </a:r>
            <a:endParaRPr lang="en-US" sz="40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B506ED-7AEF-C2B8-05BD-7CEFAEC1F5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15026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4952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B06C2D-B8BE-D1E5-35E8-5807B8E2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Who will need Higher Permissions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381DB5-A71F-FBB4-884D-1F4C6F1E27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068061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5294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216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Organizational Units</vt:lpstr>
      <vt:lpstr>What is Organizational Units</vt:lpstr>
      <vt:lpstr>What are the Main Purposes of OU</vt:lpstr>
      <vt:lpstr>Keeping Things Organized </vt:lpstr>
      <vt:lpstr>Delegating Administrative Permissions</vt:lpstr>
      <vt:lpstr>Managing Group Policies</vt:lpstr>
      <vt:lpstr>How Should You Design the OU</vt:lpstr>
      <vt:lpstr>How to Split the Company</vt:lpstr>
      <vt:lpstr>How We Split the Departments</vt:lpstr>
      <vt:lpstr>Who will need Higher Permissions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Organizational Units</dc:title>
  <dc:creator>Marcus youngwavy</dc:creator>
  <cp:lastModifiedBy>Marcus youngwavy</cp:lastModifiedBy>
  <cp:revision>80</cp:revision>
  <dcterms:created xsi:type="dcterms:W3CDTF">2024-02-25T21:39:28Z</dcterms:created>
  <dcterms:modified xsi:type="dcterms:W3CDTF">2024-02-27T16:40:48Z</dcterms:modified>
</cp:coreProperties>
</file>